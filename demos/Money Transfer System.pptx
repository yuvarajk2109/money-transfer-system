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18" r:id="rId2"/>
    <p:sldId id="329" r:id="rId3"/>
    <p:sldId id="345" r:id="rId4"/>
    <p:sldId id="340" r:id="rId5"/>
    <p:sldId id="339" r:id="rId6"/>
    <p:sldId id="341" r:id="rId7"/>
    <p:sldId id="342" r:id="rId8"/>
  </p:sldIdLst>
  <p:sldSz cx="12188825" cy="6858000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4030">
          <p15:clr>
            <a:srgbClr val="A4A3A4"/>
          </p15:clr>
        </p15:guide>
        <p15:guide id="3" orient="horz" pos="1152">
          <p15:clr>
            <a:srgbClr val="A4A3A4"/>
          </p15:clr>
        </p15:guide>
        <p15:guide id="4" orient="horz" pos="1018">
          <p15:clr>
            <a:srgbClr val="A4A3A4"/>
          </p15:clr>
        </p15:guide>
        <p15:guide id="5" orient="horz" pos="3886">
          <p15:clr>
            <a:srgbClr val="A4A3A4"/>
          </p15:clr>
        </p15:guide>
        <p15:guide id="6" orient="horz" pos="2928">
          <p15:clr>
            <a:srgbClr val="A4A3A4"/>
          </p15:clr>
        </p15:guide>
        <p15:guide id="7" orient="horz" pos="3072">
          <p15:clr>
            <a:srgbClr val="A4A3A4"/>
          </p15:clr>
        </p15:guide>
        <p15:guide id="8" orient="horz" pos="407">
          <p15:clr>
            <a:srgbClr val="A4A3A4"/>
          </p15:clr>
        </p15:guide>
        <p15:guide id="9" pos="3839">
          <p15:clr>
            <a:srgbClr val="A4A3A4"/>
          </p15:clr>
        </p15:guide>
        <p15:guide id="10" pos="959">
          <p15:clr>
            <a:srgbClr val="A4A3A4"/>
          </p15:clr>
        </p15:guide>
        <p15:guide id="11" pos="7151">
          <p15:clr>
            <a:srgbClr val="A4A3A4"/>
          </p15:clr>
        </p15:guide>
        <p15:guide id="12" pos="671">
          <p15:clr>
            <a:srgbClr val="A4A3A4"/>
          </p15:clr>
        </p15:guide>
        <p15:guide id="13" pos="4991">
          <p15:clr>
            <a:srgbClr val="A4A3A4"/>
          </p15:clr>
        </p15:guide>
        <p15:guide id="14" pos="7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D97C"/>
    <a:srgbClr val="368727"/>
    <a:srgbClr val="1E6F1D"/>
    <a:srgbClr val="8CC1FD"/>
    <a:srgbClr val="3880F3"/>
    <a:srgbClr val="000000"/>
    <a:srgbClr val="B4D6FF"/>
    <a:srgbClr val="60A5FA"/>
    <a:srgbClr val="132454"/>
    <a:srgbClr val="DA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CF1AB2-1976-4502-BF36-3FF5EA21886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9" autoAdjust="0"/>
  </p:normalViewPr>
  <p:slideViewPr>
    <p:cSldViewPr showGuides="1">
      <p:cViewPr varScale="1">
        <p:scale>
          <a:sx n="78" d="100"/>
          <a:sy n="78" d="100"/>
        </p:scale>
        <p:origin x="878" y="67"/>
      </p:cViewPr>
      <p:guideLst>
        <p:guide orient="horz" pos="2160"/>
        <p:guide orient="horz" pos="4030"/>
        <p:guide orient="horz" pos="1152"/>
        <p:guide orient="horz" pos="1018"/>
        <p:guide orient="horz" pos="3886"/>
        <p:guide orient="horz" pos="2928"/>
        <p:guide orient="horz" pos="3072"/>
        <p:guide orient="horz" pos="407"/>
        <p:guide pos="3839"/>
        <p:guide pos="959"/>
        <p:guide pos="7151"/>
        <p:guide pos="671"/>
        <p:guide pos="4991"/>
        <p:guide pos="70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285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755F8D-8BB0-415C-93D0-EC83E2722FC2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D439D41-1F87-4DA2-9B32-101387C8E001}">
      <dgm:prSet phldrT="[Text]" custT="1"/>
      <dgm:spPr>
        <a:solidFill>
          <a:srgbClr val="044014"/>
        </a:solidFill>
        <a:ln w="28575">
          <a:solidFill>
            <a:srgbClr val="8AD97C"/>
          </a:solidFill>
        </a:ln>
      </dgm:spPr>
      <dgm:t>
        <a:bodyPr/>
        <a:lstStyle/>
        <a:p>
          <a:pPr>
            <a:buNone/>
          </a:pPr>
          <a:r>
            <a:rPr lang="en-IN" sz="2400" b="0" dirty="0">
              <a:solidFill>
                <a:schemeClr val="bg1"/>
              </a:solidFill>
              <a:latin typeface="Fidelity Sans" panose="020B0503030202020204" pitchFamily="34" charset="0"/>
            </a:rPr>
            <a:t>Creational</a:t>
          </a:r>
        </a:p>
      </dgm:t>
    </dgm:pt>
    <dgm:pt modelId="{C717840D-A555-480D-A899-FB1033D74D45}" type="parTrans" cxnId="{5706FC7E-00BF-4AE6-9DC4-1B84597A53DB}">
      <dgm:prSet/>
      <dgm:spPr/>
      <dgm:t>
        <a:bodyPr/>
        <a:lstStyle/>
        <a:p>
          <a:endParaRPr lang="en-IN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3EDE311B-459D-42C1-A505-3827B782191F}" type="sibTrans" cxnId="{5706FC7E-00BF-4AE6-9DC4-1B84597A53DB}">
      <dgm:prSet/>
      <dgm:spPr/>
      <dgm:t>
        <a:bodyPr/>
        <a:lstStyle/>
        <a:p>
          <a:endParaRPr lang="en-IN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D81D4B4C-59CD-4868-9BCD-F3131E2D895C}">
      <dgm:prSet phldrT="[Text]" phldr="0" custT="1"/>
      <dgm:spPr>
        <a:solidFill>
          <a:srgbClr val="D4F3CF">
            <a:alpha val="89804"/>
          </a:srgbClr>
        </a:solidFill>
        <a:ln>
          <a:solidFill>
            <a:srgbClr val="044014">
              <a:alpha val="90000"/>
            </a:srgbClr>
          </a:solidFill>
        </a:ln>
      </dgm:spPr>
      <dgm:t>
        <a:bodyPr/>
        <a:lstStyle/>
        <a:p>
          <a:r>
            <a:rPr lang="en-US" sz="15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Singleton			| </a:t>
          </a:r>
          <a:r>
            <a:rPr lang="en-US" sz="13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Controllers, Services, Repositories</a:t>
          </a:r>
          <a:endParaRPr lang="en-IN" sz="13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C38C6777-03FF-4E5B-AA12-D4DA2A8CE4BD}" type="parTrans" cxnId="{5944FB87-F900-4ECD-B95A-5F26E3A3938C}">
      <dgm:prSet/>
      <dgm:spPr/>
      <dgm:t>
        <a:bodyPr/>
        <a:lstStyle/>
        <a:p>
          <a:endParaRPr lang="en-IN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6EF30336-167E-4BE0-B2DC-13938B843746}" type="sibTrans" cxnId="{5944FB87-F900-4ECD-B95A-5F26E3A3938C}">
      <dgm:prSet/>
      <dgm:spPr/>
      <dgm:t>
        <a:bodyPr/>
        <a:lstStyle/>
        <a:p>
          <a:endParaRPr lang="en-IN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0C5937E3-CFC6-40B4-963D-98EBE0425933}">
      <dgm:prSet phldrT="[Text]" phldr="0" custT="1"/>
      <dgm:spPr>
        <a:solidFill>
          <a:srgbClr val="D4F3CF">
            <a:alpha val="89804"/>
          </a:srgbClr>
        </a:solidFill>
        <a:ln>
          <a:solidFill>
            <a:srgbClr val="044014">
              <a:alpha val="90000"/>
            </a:srgbClr>
          </a:solidFill>
        </a:ln>
      </dgm:spPr>
      <dgm:t>
        <a:bodyPr/>
        <a:lstStyle/>
        <a:p>
          <a:r>
            <a:rPr lang="en-US" sz="15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Dependency Injection	| </a:t>
          </a:r>
          <a:r>
            <a:rPr lang="en-US" sz="13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Dependencies injected into constructors at runtime</a:t>
          </a:r>
          <a:endParaRPr lang="en-IN" sz="13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DC32B569-E060-4EED-B340-C4A653A7D5B7}" type="parTrans" cxnId="{2BA54D0B-BCD9-4DA0-A287-7F52F51B03A5}">
      <dgm:prSet/>
      <dgm:spPr/>
      <dgm:t>
        <a:bodyPr/>
        <a:lstStyle/>
        <a:p>
          <a:endParaRPr lang="en-IN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62A9F168-B840-4EA0-A2B9-870BED16914E}" type="sibTrans" cxnId="{2BA54D0B-BCD9-4DA0-A287-7F52F51B03A5}">
      <dgm:prSet/>
      <dgm:spPr/>
      <dgm:t>
        <a:bodyPr/>
        <a:lstStyle/>
        <a:p>
          <a:endParaRPr lang="en-IN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E6836873-E554-41C9-8B89-120476EC8879}">
      <dgm:prSet phldrT="[Text]" phldr="0" custT="1"/>
      <dgm:spPr>
        <a:solidFill>
          <a:srgbClr val="132454"/>
        </a:solidFill>
        <a:ln w="28575">
          <a:solidFill>
            <a:srgbClr val="8CC1FD"/>
          </a:solidFill>
        </a:ln>
      </dgm:spPr>
      <dgm:t>
        <a:bodyPr/>
        <a:lstStyle/>
        <a:p>
          <a:r>
            <a:rPr lang="en-US" sz="2400" b="0" dirty="0">
              <a:solidFill>
                <a:schemeClr val="bg1"/>
              </a:solidFill>
              <a:latin typeface="Fidelity Sans" panose="020B0503030202020204" pitchFamily="34" charset="0"/>
            </a:rPr>
            <a:t>Structural</a:t>
          </a:r>
          <a:endParaRPr lang="en-IN" sz="2400" b="0" dirty="0">
            <a:solidFill>
              <a:schemeClr val="bg1"/>
            </a:solidFill>
            <a:latin typeface="Fidelity Sans" panose="020B0503030202020204" pitchFamily="34" charset="0"/>
          </a:endParaRPr>
        </a:p>
      </dgm:t>
    </dgm:pt>
    <dgm:pt modelId="{BC3FDDEB-93AD-493D-B328-980388C00668}" type="parTrans" cxnId="{67C0BD34-A98E-4210-8B1E-D659A7BB3301}">
      <dgm:prSet/>
      <dgm:spPr/>
      <dgm:t>
        <a:bodyPr/>
        <a:lstStyle/>
        <a:p>
          <a:endParaRPr lang="en-IN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0F3232C4-DCA3-4385-B1F2-AC7251F9429A}" type="sibTrans" cxnId="{67C0BD34-A98E-4210-8B1E-D659A7BB3301}">
      <dgm:prSet/>
      <dgm:spPr/>
      <dgm:t>
        <a:bodyPr/>
        <a:lstStyle/>
        <a:p>
          <a:endParaRPr lang="en-IN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BB732211-4ED8-4AAE-A664-8E1BC96565D1}">
      <dgm:prSet phldrT="[Text]" phldr="0" custT="1"/>
      <dgm:spPr>
        <a:solidFill>
          <a:srgbClr val="DAEBFF">
            <a:alpha val="89804"/>
          </a:srgbClr>
        </a:solidFill>
        <a:ln>
          <a:solidFill>
            <a:srgbClr val="132454">
              <a:alpha val="90000"/>
            </a:srgbClr>
          </a:solidFill>
        </a:ln>
      </dgm:spPr>
      <dgm:t>
        <a:bodyPr/>
        <a:lstStyle/>
        <a:p>
          <a:r>
            <a:rPr lang="en-US" sz="15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Proxy                                          	| </a:t>
          </a:r>
          <a:r>
            <a:rPr lang="en-US" sz="13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Dynamic proxies for AOP</a:t>
          </a:r>
          <a:endParaRPr lang="en-IN" sz="15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D904A16F-41A8-4A58-9AEE-B472D28976E2}" type="parTrans" cxnId="{D8B2BCBF-496A-43A4-B128-366DBE1C6673}">
      <dgm:prSet/>
      <dgm:spPr/>
      <dgm:t>
        <a:bodyPr/>
        <a:lstStyle/>
        <a:p>
          <a:endParaRPr lang="en-IN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128F66DE-EC93-40AC-8840-BCA962E52014}" type="sibTrans" cxnId="{D8B2BCBF-496A-43A4-B128-366DBE1C6673}">
      <dgm:prSet/>
      <dgm:spPr/>
      <dgm:t>
        <a:bodyPr/>
        <a:lstStyle/>
        <a:p>
          <a:endParaRPr lang="en-IN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C9B3887B-ED4A-4A88-BF59-963391AF6E8A}">
      <dgm:prSet phldrT="[Text]" phldr="0" custT="1"/>
      <dgm:spPr>
        <a:solidFill>
          <a:srgbClr val="DAEBFF">
            <a:alpha val="89804"/>
          </a:srgbClr>
        </a:solidFill>
        <a:ln>
          <a:solidFill>
            <a:srgbClr val="132454">
              <a:alpha val="90000"/>
            </a:srgbClr>
          </a:solidFill>
        </a:ln>
      </dgm:spPr>
      <dgm:t>
        <a:bodyPr/>
        <a:lstStyle/>
        <a:p>
          <a:r>
            <a:rPr lang="en-US" sz="15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Facade			| </a:t>
          </a:r>
          <a:r>
            <a:rPr lang="en-US" sz="13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Controllers serve as facades</a:t>
          </a:r>
          <a:endParaRPr lang="en-IN" sz="13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7B5D1359-F3AD-4014-8347-BB1082C0E28F}" type="parTrans" cxnId="{0D2B1897-4954-4AFF-BFB7-703E690E8A21}">
      <dgm:prSet/>
      <dgm:spPr/>
      <dgm:t>
        <a:bodyPr/>
        <a:lstStyle/>
        <a:p>
          <a:endParaRPr lang="en-IN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940B666A-4EB9-4393-B059-1D85BC25FCD2}" type="sibTrans" cxnId="{0D2B1897-4954-4AFF-BFB7-703E690E8A21}">
      <dgm:prSet/>
      <dgm:spPr/>
      <dgm:t>
        <a:bodyPr/>
        <a:lstStyle/>
        <a:p>
          <a:endParaRPr lang="en-IN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39B8D7F0-B03B-41F1-BF2B-2C7A3359A381}">
      <dgm:prSet phldrT="[Text]" phldr="0" custT="1"/>
      <dgm:spPr>
        <a:solidFill>
          <a:srgbClr val="058070"/>
        </a:solidFill>
        <a:ln w="28575">
          <a:solidFill>
            <a:srgbClr val="51F7D5"/>
          </a:solidFill>
        </a:ln>
      </dgm:spPr>
      <dgm:t>
        <a:bodyPr/>
        <a:lstStyle/>
        <a:p>
          <a:r>
            <a:rPr lang="en-US" sz="2400" b="0" dirty="0">
              <a:solidFill>
                <a:schemeClr val="bg1"/>
              </a:solidFill>
              <a:latin typeface="Fidelity Sans" panose="020B0503030202020204" pitchFamily="34" charset="0"/>
            </a:rPr>
            <a:t>Behavioral</a:t>
          </a:r>
          <a:endParaRPr lang="en-IN" sz="2400" b="0" dirty="0">
            <a:solidFill>
              <a:schemeClr val="bg1"/>
            </a:solidFill>
            <a:latin typeface="Fidelity Sans" panose="020B0503030202020204" pitchFamily="34" charset="0"/>
          </a:endParaRPr>
        </a:p>
      </dgm:t>
    </dgm:pt>
    <dgm:pt modelId="{B50304A7-0005-466E-8E25-CFCC4C44A35E}" type="parTrans" cxnId="{BCFF346F-A732-4FBC-A629-2F1107CD76C9}">
      <dgm:prSet/>
      <dgm:spPr/>
      <dgm:t>
        <a:bodyPr/>
        <a:lstStyle/>
        <a:p>
          <a:endParaRPr lang="en-IN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16A239F3-6D15-4433-B679-29D406FBB215}" type="sibTrans" cxnId="{BCFF346F-A732-4FBC-A629-2F1107CD76C9}">
      <dgm:prSet/>
      <dgm:spPr/>
      <dgm:t>
        <a:bodyPr/>
        <a:lstStyle/>
        <a:p>
          <a:endParaRPr lang="en-IN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48163FC7-EB65-416E-A955-4DD5CED092F4}">
      <dgm:prSet phldrT="[Text]" phldr="0" custT="1"/>
      <dgm:spPr>
        <a:solidFill>
          <a:srgbClr val="51F7D5">
            <a:alpha val="89804"/>
          </a:srgbClr>
        </a:solidFill>
        <a:ln>
          <a:solidFill>
            <a:srgbClr val="058070">
              <a:alpha val="90000"/>
            </a:srgbClr>
          </a:solidFill>
        </a:ln>
      </dgm:spPr>
      <dgm:t>
        <a:bodyPr/>
        <a:lstStyle/>
        <a:p>
          <a:r>
            <a:rPr lang="en-US" sz="15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Observer			| </a:t>
          </a:r>
          <a:r>
            <a:rPr lang="en-US" sz="13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Observable, Subject, EventEmitter for reactive UI</a:t>
          </a:r>
          <a:endParaRPr lang="en-IN" sz="13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407EF5D6-4176-401D-A402-49E35E802D90}" type="parTrans" cxnId="{1778ED3A-EFAA-4C9B-ACC7-B3611919858B}">
      <dgm:prSet/>
      <dgm:spPr/>
      <dgm:t>
        <a:bodyPr/>
        <a:lstStyle/>
        <a:p>
          <a:endParaRPr lang="en-IN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CCE4B826-BB45-4CE9-9E22-F593856DED82}" type="sibTrans" cxnId="{1778ED3A-EFAA-4C9B-ACC7-B3611919858B}">
      <dgm:prSet/>
      <dgm:spPr/>
      <dgm:t>
        <a:bodyPr/>
        <a:lstStyle/>
        <a:p>
          <a:endParaRPr lang="en-IN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010613D0-7F92-4DEB-B459-B69A935090CA}">
      <dgm:prSet phldrT="[Text]" phldr="0" custT="1"/>
      <dgm:spPr>
        <a:solidFill>
          <a:srgbClr val="51F7D5">
            <a:alpha val="89804"/>
          </a:srgbClr>
        </a:solidFill>
        <a:ln>
          <a:solidFill>
            <a:srgbClr val="058070">
              <a:alpha val="90000"/>
            </a:srgbClr>
          </a:solidFill>
        </a:ln>
      </dgm:spPr>
      <dgm:t>
        <a:bodyPr/>
        <a:lstStyle/>
        <a:p>
          <a:r>
            <a:rPr lang="en-US" sz="15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Strategy			| </a:t>
          </a:r>
          <a:r>
            <a:rPr lang="en-US" sz="1300" dirty="0" err="1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BCrypt</a:t>
          </a:r>
          <a:r>
            <a:rPr lang="en-US" sz="13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Password Encoder</a:t>
          </a:r>
          <a:endParaRPr lang="en-IN" sz="13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28DC5AC9-D684-421F-930D-DA44C18E1301}" type="parTrans" cxnId="{45AE0FBD-F893-4830-AC84-7126B682D51F}">
      <dgm:prSet/>
      <dgm:spPr/>
      <dgm:t>
        <a:bodyPr/>
        <a:lstStyle/>
        <a:p>
          <a:endParaRPr lang="en-IN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1C3F2BDD-1105-44CC-BC6E-5914E67844B8}" type="sibTrans" cxnId="{45AE0FBD-F893-4830-AC84-7126B682D51F}">
      <dgm:prSet/>
      <dgm:spPr/>
      <dgm:t>
        <a:bodyPr/>
        <a:lstStyle/>
        <a:p>
          <a:endParaRPr lang="en-IN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9C4C6FBF-D535-4A99-A3DB-6202423B2FF3}">
      <dgm:prSet phldrT="[Text]" phldr="0" custT="1"/>
      <dgm:spPr>
        <a:solidFill>
          <a:srgbClr val="D4F3CF">
            <a:alpha val="89804"/>
          </a:srgbClr>
        </a:solidFill>
        <a:ln>
          <a:solidFill>
            <a:srgbClr val="044014">
              <a:alpha val="90000"/>
            </a:srgbClr>
          </a:solidFill>
        </a:ln>
      </dgm:spPr>
      <dgm:t>
        <a:bodyPr/>
        <a:lstStyle/>
        <a:p>
          <a:r>
            <a:rPr lang="en-US" sz="15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Factory			| </a:t>
          </a:r>
          <a:r>
            <a:rPr lang="en-US" sz="1300" dirty="0" err="1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WebApplicationContext</a:t>
          </a:r>
          <a:r>
            <a:rPr lang="en-US" sz="13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--&gt; lifecycle management</a:t>
          </a:r>
          <a:endParaRPr lang="en-IN" sz="13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D5F87D79-AF17-4077-832F-295CF6056B12}" type="parTrans" cxnId="{A49BDE5D-4CDB-464E-8516-1F999DA78E29}">
      <dgm:prSet/>
      <dgm:spPr/>
      <dgm:t>
        <a:bodyPr/>
        <a:lstStyle/>
        <a:p>
          <a:endParaRPr lang="en-IN"/>
        </a:p>
      </dgm:t>
    </dgm:pt>
    <dgm:pt modelId="{AD200F18-37D7-4F85-9CCC-D0C7E22CBC0B}" type="sibTrans" cxnId="{A49BDE5D-4CDB-464E-8516-1F999DA78E29}">
      <dgm:prSet/>
      <dgm:spPr/>
      <dgm:t>
        <a:bodyPr/>
        <a:lstStyle/>
        <a:p>
          <a:endParaRPr lang="en-IN"/>
        </a:p>
      </dgm:t>
    </dgm:pt>
    <dgm:pt modelId="{2EAB4021-9E7A-4ECC-9FA2-3AABF121AC5F}">
      <dgm:prSet phldrT="[Text]" phldr="0" custT="1"/>
      <dgm:spPr>
        <a:solidFill>
          <a:srgbClr val="D4F3CF">
            <a:alpha val="89804"/>
          </a:srgbClr>
        </a:solidFill>
        <a:ln>
          <a:solidFill>
            <a:srgbClr val="044014">
              <a:alpha val="90000"/>
            </a:srgbClr>
          </a:solidFill>
        </a:ln>
      </dgm:spPr>
      <dgm:t>
        <a:bodyPr/>
        <a:lstStyle/>
        <a:p>
          <a:r>
            <a:rPr lang="en-US" sz="15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Builder			| </a:t>
          </a:r>
          <a:r>
            <a:rPr lang="en-US" sz="13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Complex objects built and forwarded cleanly</a:t>
          </a:r>
          <a:endParaRPr lang="en-IN" sz="15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F1E75877-A2B6-4686-B7F9-EBBB2F710067}" type="parTrans" cxnId="{12DE406D-63DE-41B9-940E-7B097015EE73}">
      <dgm:prSet/>
      <dgm:spPr/>
      <dgm:t>
        <a:bodyPr/>
        <a:lstStyle/>
        <a:p>
          <a:endParaRPr lang="en-IN"/>
        </a:p>
      </dgm:t>
    </dgm:pt>
    <dgm:pt modelId="{865219CE-85DC-49DB-B5BB-B2F22CA6DEA3}" type="sibTrans" cxnId="{12DE406D-63DE-41B9-940E-7B097015EE73}">
      <dgm:prSet/>
      <dgm:spPr/>
      <dgm:t>
        <a:bodyPr/>
        <a:lstStyle/>
        <a:p>
          <a:endParaRPr lang="en-IN"/>
        </a:p>
      </dgm:t>
    </dgm:pt>
    <dgm:pt modelId="{B1235108-7AB5-42E1-B7B8-20FFACD8A146}">
      <dgm:prSet phldrT="[Text]" phldr="0" custT="1"/>
      <dgm:spPr>
        <a:solidFill>
          <a:srgbClr val="DAEBFF">
            <a:alpha val="89804"/>
          </a:srgbClr>
        </a:solidFill>
        <a:ln>
          <a:solidFill>
            <a:srgbClr val="132454">
              <a:alpha val="90000"/>
            </a:srgbClr>
          </a:solidFill>
        </a:ln>
      </dgm:spPr>
      <dgm:t>
        <a:bodyPr/>
        <a:lstStyle/>
        <a:p>
          <a:r>
            <a:rPr lang="en-US" sz="15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Decorator			| </a:t>
          </a:r>
          <a:r>
            <a:rPr lang="en-US" sz="13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@Transactional, @PreAuthorize act at runtime</a:t>
          </a:r>
          <a:endParaRPr lang="en-IN" sz="13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7FBFF41C-5E93-4289-826E-0E3B2854F400}" type="parTrans" cxnId="{B8358646-7DB5-4EFE-8AA0-228EF72EFBA4}">
      <dgm:prSet/>
      <dgm:spPr/>
      <dgm:t>
        <a:bodyPr/>
        <a:lstStyle/>
        <a:p>
          <a:endParaRPr lang="en-IN"/>
        </a:p>
      </dgm:t>
    </dgm:pt>
    <dgm:pt modelId="{3E58F4C0-BD93-4AE0-8DE8-3E8FB2D5F686}" type="sibTrans" cxnId="{B8358646-7DB5-4EFE-8AA0-228EF72EFBA4}">
      <dgm:prSet/>
      <dgm:spPr/>
      <dgm:t>
        <a:bodyPr/>
        <a:lstStyle/>
        <a:p>
          <a:endParaRPr lang="en-IN"/>
        </a:p>
      </dgm:t>
    </dgm:pt>
    <dgm:pt modelId="{3CB340E8-B1CA-41D3-98B9-3EF56B39ED64}">
      <dgm:prSet phldrT="[Text]" phldr="0" custT="1"/>
      <dgm:spPr>
        <a:solidFill>
          <a:srgbClr val="DAEBFF">
            <a:alpha val="89804"/>
          </a:srgbClr>
        </a:solidFill>
        <a:ln>
          <a:solidFill>
            <a:srgbClr val="132454">
              <a:alpha val="90000"/>
            </a:srgbClr>
          </a:solidFill>
        </a:ln>
      </dgm:spPr>
      <dgm:t>
        <a:bodyPr/>
        <a:lstStyle/>
        <a:p>
          <a:r>
            <a:rPr lang="en-US" sz="15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Composite			| </a:t>
          </a:r>
          <a:r>
            <a:rPr lang="en-US" sz="13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Hierarchical composite tree of standalone components</a:t>
          </a:r>
          <a:endParaRPr lang="en-IN" sz="13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A225CD84-6C45-4F36-9B2E-60C5F50F2906}" type="parTrans" cxnId="{61550AE5-B620-4B57-912D-F083F2254E9A}">
      <dgm:prSet/>
      <dgm:spPr/>
      <dgm:t>
        <a:bodyPr/>
        <a:lstStyle/>
        <a:p>
          <a:endParaRPr lang="en-IN"/>
        </a:p>
      </dgm:t>
    </dgm:pt>
    <dgm:pt modelId="{CB53AC0B-585F-431B-A0C8-1B06984CDF91}" type="sibTrans" cxnId="{61550AE5-B620-4B57-912D-F083F2254E9A}">
      <dgm:prSet/>
      <dgm:spPr/>
      <dgm:t>
        <a:bodyPr/>
        <a:lstStyle/>
        <a:p>
          <a:endParaRPr lang="en-IN"/>
        </a:p>
      </dgm:t>
    </dgm:pt>
    <dgm:pt modelId="{525EDFFB-764F-472A-A7F3-4DAE93486A7D}">
      <dgm:prSet phldrT="[Text]" phldr="0" custT="1"/>
      <dgm:spPr>
        <a:solidFill>
          <a:srgbClr val="DAEBFF">
            <a:alpha val="89804"/>
          </a:srgbClr>
        </a:solidFill>
        <a:ln>
          <a:solidFill>
            <a:srgbClr val="132454">
              <a:alpha val="90000"/>
            </a:srgbClr>
          </a:solidFill>
        </a:ln>
      </dgm:spPr>
      <dgm:t>
        <a:bodyPr/>
        <a:lstStyle/>
        <a:p>
          <a:r>
            <a:rPr lang="en-US" sz="15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Adapter			| </a:t>
          </a:r>
          <a:r>
            <a:rPr lang="en-US" sz="1300" dirty="0" err="1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CustomDatePipe</a:t>
          </a:r>
          <a:endParaRPr lang="en-IN" sz="13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9C33ABD7-CD16-42E7-988B-AC2664FC35B3}" type="parTrans" cxnId="{ECE5BF17-50BE-46E7-9D06-6983EA7BA48D}">
      <dgm:prSet/>
      <dgm:spPr/>
      <dgm:t>
        <a:bodyPr/>
        <a:lstStyle/>
        <a:p>
          <a:endParaRPr lang="en-IN"/>
        </a:p>
      </dgm:t>
    </dgm:pt>
    <dgm:pt modelId="{45CCDFDD-7FF4-4281-BCE1-CD7C9C1EF86E}" type="sibTrans" cxnId="{ECE5BF17-50BE-46E7-9D06-6983EA7BA48D}">
      <dgm:prSet/>
      <dgm:spPr/>
      <dgm:t>
        <a:bodyPr/>
        <a:lstStyle/>
        <a:p>
          <a:endParaRPr lang="en-IN"/>
        </a:p>
      </dgm:t>
    </dgm:pt>
    <dgm:pt modelId="{5D94B6DF-C580-4D4D-945C-BA2FE232F5F2}">
      <dgm:prSet phldrT="[Text]" phldr="0" custT="1"/>
      <dgm:spPr>
        <a:solidFill>
          <a:srgbClr val="51F7D5">
            <a:alpha val="89804"/>
          </a:srgbClr>
        </a:solidFill>
        <a:ln>
          <a:solidFill>
            <a:srgbClr val="058070">
              <a:alpha val="90000"/>
            </a:srgbClr>
          </a:solidFill>
        </a:ln>
      </dgm:spPr>
      <dgm:t>
        <a:bodyPr/>
        <a:lstStyle/>
        <a:p>
          <a:r>
            <a:rPr lang="en-US" sz="15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Chain of Responsibility	| </a:t>
          </a:r>
          <a:r>
            <a:rPr lang="en-US" sz="13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Security Filter Chain processes requests sequentially</a:t>
          </a:r>
          <a:endParaRPr lang="en-IN" sz="13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46C31BC5-60F0-4341-B8CB-00603C720A57}" type="parTrans" cxnId="{141BF305-390D-441B-B60C-459C8930530A}">
      <dgm:prSet/>
      <dgm:spPr/>
      <dgm:t>
        <a:bodyPr/>
        <a:lstStyle/>
        <a:p>
          <a:endParaRPr lang="en-IN"/>
        </a:p>
      </dgm:t>
    </dgm:pt>
    <dgm:pt modelId="{B5488E56-E29E-4185-BDD9-9C8396077EC7}" type="sibTrans" cxnId="{141BF305-390D-441B-B60C-459C8930530A}">
      <dgm:prSet/>
      <dgm:spPr/>
      <dgm:t>
        <a:bodyPr/>
        <a:lstStyle/>
        <a:p>
          <a:endParaRPr lang="en-IN"/>
        </a:p>
      </dgm:t>
    </dgm:pt>
    <dgm:pt modelId="{E562E63B-8A78-4D44-8D97-CF430F97F380}">
      <dgm:prSet phldrT="[Text]" phldr="0" custT="1"/>
      <dgm:spPr>
        <a:solidFill>
          <a:srgbClr val="51F7D5">
            <a:alpha val="89804"/>
          </a:srgbClr>
        </a:solidFill>
        <a:ln>
          <a:solidFill>
            <a:srgbClr val="058070">
              <a:alpha val="90000"/>
            </a:srgbClr>
          </a:solidFill>
        </a:ln>
      </dgm:spPr>
      <dgm:t>
        <a:bodyPr/>
        <a:lstStyle/>
        <a:p>
          <a:r>
            <a:rPr lang="en-US" sz="15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Iterator			|</a:t>
          </a:r>
          <a:r>
            <a:rPr lang="en-US" sz="13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Java streams in backend, @for in Angular</a:t>
          </a:r>
          <a:endParaRPr lang="en-IN" sz="13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A49FABAB-7EE0-4F9D-B5EC-F5C07F4AACA4}" type="parTrans" cxnId="{233C3DA4-E7D1-4BB8-B513-5123EAB2C74E}">
      <dgm:prSet/>
      <dgm:spPr/>
      <dgm:t>
        <a:bodyPr/>
        <a:lstStyle/>
        <a:p>
          <a:endParaRPr lang="en-IN"/>
        </a:p>
      </dgm:t>
    </dgm:pt>
    <dgm:pt modelId="{9D932DBE-ABF7-4069-8593-F571DB46D746}" type="sibTrans" cxnId="{233C3DA4-E7D1-4BB8-B513-5123EAB2C74E}">
      <dgm:prSet/>
      <dgm:spPr/>
      <dgm:t>
        <a:bodyPr/>
        <a:lstStyle/>
        <a:p>
          <a:endParaRPr lang="en-IN"/>
        </a:p>
      </dgm:t>
    </dgm:pt>
    <dgm:pt modelId="{A320E504-E74C-44C8-909C-36154C02BF94}">
      <dgm:prSet phldrT="[Text]" phldr="0" custT="1"/>
      <dgm:spPr>
        <a:solidFill>
          <a:srgbClr val="51F7D5">
            <a:alpha val="89804"/>
          </a:srgbClr>
        </a:solidFill>
        <a:ln>
          <a:solidFill>
            <a:srgbClr val="058070">
              <a:alpha val="90000"/>
            </a:srgbClr>
          </a:solidFill>
        </a:ln>
      </dgm:spPr>
      <dgm:t>
        <a:bodyPr/>
        <a:lstStyle/>
        <a:p>
          <a:r>
            <a:rPr lang="en-US" sz="15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Template Method		| </a:t>
          </a:r>
          <a:r>
            <a:rPr lang="en-US" sz="13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Custom logic in template methods like </a:t>
          </a:r>
          <a:r>
            <a:rPr lang="en-US" sz="1300" dirty="0" err="1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ngOnInit</a:t>
          </a:r>
          <a:endParaRPr lang="en-IN" sz="13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gm:t>
    </dgm:pt>
    <dgm:pt modelId="{6D37D7A3-0EEB-415F-B085-4DEF6F87F8B3}" type="parTrans" cxnId="{9C046609-F9BA-4D7C-80D0-B3F9357CC689}">
      <dgm:prSet/>
      <dgm:spPr/>
      <dgm:t>
        <a:bodyPr/>
        <a:lstStyle/>
        <a:p>
          <a:endParaRPr lang="en-IN"/>
        </a:p>
      </dgm:t>
    </dgm:pt>
    <dgm:pt modelId="{6AC5535C-4190-40C1-A7FE-175D49780EAE}" type="sibTrans" cxnId="{9C046609-F9BA-4D7C-80D0-B3F9357CC689}">
      <dgm:prSet/>
      <dgm:spPr/>
      <dgm:t>
        <a:bodyPr/>
        <a:lstStyle/>
        <a:p>
          <a:endParaRPr lang="en-IN"/>
        </a:p>
      </dgm:t>
    </dgm:pt>
    <dgm:pt modelId="{65516209-CF57-4A7B-A040-B8128971297D}" type="pres">
      <dgm:prSet presAssocID="{91755F8D-8BB0-415C-93D0-EC83E2722FC2}" presName="Name0" presStyleCnt="0">
        <dgm:presLayoutVars>
          <dgm:dir/>
          <dgm:animLvl val="lvl"/>
          <dgm:resizeHandles val="exact"/>
        </dgm:presLayoutVars>
      </dgm:prSet>
      <dgm:spPr/>
    </dgm:pt>
    <dgm:pt modelId="{E158A7F1-8AAF-498B-9E2F-7EE2A57E3F96}" type="pres">
      <dgm:prSet presAssocID="{FD439D41-1F87-4DA2-9B32-101387C8E001}" presName="linNode" presStyleCnt="0"/>
      <dgm:spPr/>
    </dgm:pt>
    <dgm:pt modelId="{84191146-716A-4452-8F02-573658E008FF}" type="pres">
      <dgm:prSet presAssocID="{FD439D41-1F87-4DA2-9B32-101387C8E001}" presName="parentText" presStyleLbl="node1" presStyleIdx="0" presStyleCnt="3" custScaleX="54264" custScaleY="71516">
        <dgm:presLayoutVars>
          <dgm:chMax val="1"/>
          <dgm:bulletEnabled val="1"/>
        </dgm:presLayoutVars>
      </dgm:prSet>
      <dgm:spPr/>
    </dgm:pt>
    <dgm:pt modelId="{585FD6F8-B905-4408-9FFC-C045693EA5AC}" type="pres">
      <dgm:prSet presAssocID="{FD439D41-1F87-4DA2-9B32-101387C8E001}" presName="descendantText" presStyleLbl="alignAccFollowNode1" presStyleIdx="0" presStyleCnt="3" custScaleX="116316" custScaleY="103847">
        <dgm:presLayoutVars>
          <dgm:bulletEnabled val="1"/>
        </dgm:presLayoutVars>
      </dgm:prSet>
      <dgm:spPr/>
    </dgm:pt>
    <dgm:pt modelId="{32A1DECC-C8D9-40D5-9AB5-950C20CE18F7}" type="pres">
      <dgm:prSet presAssocID="{3EDE311B-459D-42C1-A505-3827B782191F}" presName="sp" presStyleCnt="0"/>
      <dgm:spPr/>
    </dgm:pt>
    <dgm:pt modelId="{5724F95E-DE9A-45BE-9C32-9428F04FA95B}" type="pres">
      <dgm:prSet presAssocID="{E6836873-E554-41C9-8B89-120476EC8879}" presName="linNode" presStyleCnt="0"/>
      <dgm:spPr/>
    </dgm:pt>
    <dgm:pt modelId="{10346324-94D9-48C9-84BC-69314B7EA66D}" type="pres">
      <dgm:prSet presAssocID="{E6836873-E554-41C9-8B89-120476EC8879}" presName="parentText" presStyleLbl="node1" presStyleIdx="1" presStyleCnt="3" custScaleX="54264" custScaleY="71516">
        <dgm:presLayoutVars>
          <dgm:chMax val="1"/>
          <dgm:bulletEnabled val="1"/>
        </dgm:presLayoutVars>
      </dgm:prSet>
      <dgm:spPr/>
    </dgm:pt>
    <dgm:pt modelId="{F46EC486-37AF-4D81-BC63-EEE59A861202}" type="pres">
      <dgm:prSet presAssocID="{E6836873-E554-41C9-8B89-120476EC8879}" presName="descendantText" presStyleLbl="alignAccFollowNode1" presStyleIdx="1" presStyleCnt="3" custScaleX="116316" custScaleY="103847">
        <dgm:presLayoutVars>
          <dgm:bulletEnabled val="1"/>
        </dgm:presLayoutVars>
      </dgm:prSet>
      <dgm:spPr/>
    </dgm:pt>
    <dgm:pt modelId="{2D0BE598-CAEF-49E0-8D86-A82FE84C150C}" type="pres">
      <dgm:prSet presAssocID="{0F3232C4-DCA3-4385-B1F2-AC7251F9429A}" presName="sp" presStyleCnt="0"/>
      <dgm:spPr/>
    </dgm:pt>
    <dgm:pt modelId="{548F8BCF-7628-4BA8-B93C-445BD6DFE9E3}" type="pres">
      <dgm:prSet presAssocID="{39B8D7F0-B03B-41F1-BF2B-2C7A3359A381}" presName="linNode" presStyleCnt="0"/>
      <dgm:spPr/>
    </dgm:pt>
    <dgm:pt modelId="{142F63F5-7D1F-4CDE-8DCD-7EA330B75EE5}" type="pres">
      <dgm:prSet presAssocID="{39B8D7F0-B03B-41F1-BF2B-2C7A3359A381}" presName="parentText" presStyleLbl="node1" presStyleIdx="2" presStyleCnt="3" custScaleX="54264" custScaleY="71516">
        <dgm:presLayoutVars>
          <dgm:chMax val="1"/>
          <dgm:bulletEnabled val="1"/>
        </dgm:presLayoutVars>
      </dgm:prSet>
      <dgm:spPr/>
    </dgm:pt>
    <dgm:pt modelId="{1528E147-29A7-49BC-873D-932CCC22D024}" type="pres">
      <dgm:prSet presAssocID="{39B8D7F0-B03B-41F1-BF2B-2C7A3359A381}" presName="descendantText" presStyleLbl="alignAccFollowNode1" presStyleIdx="2" presStyleCnt="3" custScaleX="116316" custScaleY="103847">
        <dgm:presLayoutVars>
          <dgm:bulletEnabled val="1"/>
        </dgm:presLayoutVars>
      </dgm:prSet>
      <dgm:spPr/>
    </dgm:pt>
  </dgm:ptLst>
  <dgm:cxnLst>
    <dgm:cxn modelId="{141BF305-390D-441B-B60C-459C8930530A}" srcId="{39B8D7F0-B03B-41F1-BF2B-2C7A3359A381}" destId="{5D94B6DF-C580-4D4D-945C-BA2FE232F5F2}" srcOrd="2" destOrd="0" parTransId="{46C31BC5-60F0-4341-B8CB-00603C720A57}" sibTransId="{B5488E56-E29E-4185-BDD9-9C8396077EC7}"/>
    <dgm:cxn modelId="{9698C608-7EEB-4990-8F61-4FC04DCF5E3E}" type="presOf" srcId="{FD439D41-1F87-4DA2-9B32-101387C8E001}" destId="{84191146-716A-4452-8F02-573658E008FF}" srcOrd="0" destOrd="0" presId="urn:microsoft.com/office/officeart/2005/8/layout/vList5"/>
    <dgm:cxn modelId="{9C046609-F9BA-4D7C-80D0-B3F9357CC689}" srcId="{39B8D7F0-B03B-41F1-BF2B-2C7A3359A381}" destId="{A320E504-E74C-44C8-909C-36154C02BF94}" srcOrd="4" destOrd="0" parTransId="{6D37D7A3-0EEB-415F-B085-4DEF6F87F8B3}" sibTransId="{6AC5535C-4190-40C1-A7FE-175D49780EAE}"/>
    <dgm:cxn modelId="{2BA54D0B-BCD9-4DA0-A287-7F52F51B03A5}" srcId="{FD439D41-1F87-4DA2-9B32-101387C8E001}" destId="{0C5937E3-CFC6-40B4-963D-98EBE0425933}" srcOrd="1" destOrd="0" parTransId="{DC32B569-E060-4EED-B340-C4A653A7D5B7}" sibTransId="{62A9F168-B840-4EA0-A2B9-870BED16914E}"/>
    <dgm:cxn modelId="{A8DFDC0C-E3BB-4ECF-B0A6-0F7A1A80DBC8}" type="presOf" srcId="{010613D0-7F92-4DEB-B459-B69A935090CA}" destId="{1528E147-29A7-49BC-873D-932CCC22D024}" srcOrd="0" destOrd="1" presId="urn:microsoft.com/office/officeart/2005/8/layout/vList5"/>
    <dgm:cxn modelId="{A78A5511-66C8-4969-B4B4-8CA8DF08520F}" type="presOf" srcId="{91755F8D-8BB0-415C-93D0-EC83E2722FC2}" destId="{65516209-CF57-4A7B-A040-B8128971297D}" srcOrd="0" destOrd="0" presId="urn:microsoft.com/office/officeart/2005/8/layout/vList5"/>
    <dgm:cxn modelId="{AEE6F912-6D54-4A55-83C0-6757BF914683}" type="presOf" srcId="{BB732211-4ED8-4AAE-A664-8E1BC96565D1}" destId="{F46EC486-37AF-4D81-BC63-EEE59A861202}" srcOrd="0" destOrd="0" presId="urn:microsoft.com/office/officeart/2005/8/layout/vList5"/>
    <dgm:cxn modelId="{44295A16-15F2-4764-92B7-F34FFEC14CE2}" type="presOf" srcId="{C9B3887B-ED4A-4A88-BF59-963391AF6E8A}" destId="{F46EC486-37AF-4D81-BC63-EEE59A861202}" srcOrd="0" destOrd="2" presId="urn:microsoft.com/office/officeart/2005/8/layout/vList5"/>
    <dgm:cxn modelId="{3994A417-E1AE-4776-B10A-CBB8768921FC}" type="presOf" srcId="{E562E63B-8A78-4D44-8D97-CF430F97F380}" destId="{1528E147-29A7-49BC-873D-932CCC22D024}" srcOrd="0" destOrd="3" presId="urn:microsoft.com/office/officeart/2005/8/layout/vList5"/>
    <dgm:cxn modelId="{ECE5BF17-50BE-46E7-9D06-6983EA7BA48D}" srcId="{E6836873-E554-41C9-8B89-120476EC8879}" destId="{525EDFFB-764F-472A-A7F3-4DAE93486A7D}" srcOrd="4" destOrd="0" parTransId="{9C33ABD7-CD16-42E7-988B-AC2664FC35B3}" sibTransId="{45CCDFDD-7FF4-4281-BCE1-CD7C9C1EF86E}"/>
    <dgm:cxn modelId="{D1B80E1E-B61A-43FC-A665-22C2B36FDFF4}" type="presOf" srcId="{2EAB4021-9E7A-4ECC-9FA2-3AABF121AC5F}" destId="{585FD6F8-B905-4408-9FFC-C045693EA5AC}" srcOrd="0" destOrd="3" presId="urn:microsoft.com/office/officeart/2005/8/layout/vList5"/>
    <dgm:cxn modelId="{67C0BD34-A98E-4210-8B1E-D659A7BB3301}" srcId="{91755F8D-8BB0-415C-93D0-EC83E2722FC2}" destId="{E6836873-E554-41C9-8B89-120476EC8879}" srcOrd="1" destOrd="0" parTransId="{BC3FDDEB-93AD-493D-B328-980388C00668}" sibTransId="{0F3232C4-DCA3-4385-B1F2-AC7251F9429A}"/>
    <dgm:cxn modelId="{1778ED3A-EFAA-4C9B-ACC7-B3611919858B}" srcId="{39B8D7F0-B03B-41F1-BF2B-2C7A3359A381}" destId="{48163FC7-EB65-416E-A955-4DD5CED092F4}" srcOrd="0" destOrd="0" parTransId="{407EF5D6-4176-401D-A402-49E35E802D90}" sibTransId="{CCE4B826-BB45-4CE9-9E22-F593856DED82}"/>
    <dgm:cxn modelId="{A49BDE5D-4CDB-464E-8516-1F999DA78E29}" srcId="{FD439D41-1F87-4DA2-9B32-101387C8E001}" destId="{9C4C6FBF-D535-4A99-A3DB-6202423B2FF3}" srcOrd="2" destOrd="0" parTransId="{D5F87D79-AF17-4077-832F-295CF6056B12}" sibTransId="{AD200F18-37D7-4F85-9CCC-D0C7E22CBC0B}"/>
    <dgm:cxn modelId="{B8358646-7DB5-4EFE-8AA0-228EF72EFBA4}" srcId="{E6836873-E554-41C9-8B89-120476EC8879}" destId="{B1235108-7AB5-42E1-B7B8-20FFACD8A146}" srcOrd="1" destOrd="0" parTransId="{7FBFF41C-5E93-4289-826E-0E3B2854F400}" sibTransId="{3E58F4C0-BD93-4AE0-8DE8-3E8FB2D5F686}"/>
    <dgm:cxn modelId="{6BB08449-3551-4A44-B01A-D7E654766B7B}" type="presOf" srcId="{B1235108-7AB5-42E1-B7B8-20FFACD8A146}" destId="{F46EC486-37AF-4D81-BC63-EEE59A861202}" srcOrd="0" destOrd="1" presId="urn:microsoft.com/office/officeart/2005/8/layout/vList5"/>
    <dgm:cxn modelId="{12DE406D-63DE-41B9-940E-7B097015EE73}" srcId="{FD439D41-1F87-4DA2-9B32-101387C8E001}" destId="{2EAB4021-9E7A-4ECC-9FA2-3AABF121AC5F}" srcOrd="3" destOrd="0" parTransId="{F1E75877-A2B6-4686-B7F9-EBBB2F710067}" sibTransId="{865219CE-85DC-49DB-B5BB-B2F22CA6DEA3}"/>
    <dgm:cxn modelId="{BCFF346F-A732-4FBC-A629-2F1107CD76C9}" srcId="{91755F8D-8BB0-415C-93D0-EC83E2722FC2}" destId="{39B8D7F0-B03B-41F1-BF2B-2C7A3359A381}" srcOrd="2" destOrd="0" parTransId="{B50304A7-0005-466E-8E25-CFCC4C44A35E}" sibTransId="{16A239F3-6D15-4433-B679-29D406FBB215}"/>
    <dgm:cxn modelId="{5706FC7E-00BF-4AE6-9DC4-1B84597A53DB}" srcId="{91755F8D-8BB0-415C-93D0-EC83E2722FC2}" destId="{FD439D41-1F87-4DA2-9B32-101387C8E001}" srcOrd="0" destOrd="0" parTransId="{C717840D-A555-480D-A899-FB1033D74D45}" sibTransId="{3EDE311B-459D-42C1-A505-3827B782191F}"/>
    <dgm:cxn modelId="{021BC986-B4EA-421A-92E8-D6674BEC030F}" type="presOf" srcId="{39B8D7F0-B03B-41F1-BF2B-2C7A3359A381}" destId="{142F63F5-7D1F-4CDE-8DCD-7EA330B75EE5}" srcOrd="0" destOrd="0" presId="urn:microsoft.com/office/officeart/2005/8/layout/vList5"/>
    <dgm:cxn modelId="{5944FB87-F900-4ECD-B95A-5F26E3A3938C}" srcId="{FD439D41-1F87-4DA2-9B32-101387C8E001}" destId="{D81D4B4C-59CD-4868-9BCD-F3131E2D895C}" srcOrd="0" destOrd="0" parTransId="{C38C6777-03FF-4E5B-AA12-D4DA2A8CE4BD}" sibTransId="{6EF30336-167E-4BE0-B2DC-13938B843746}"/>
    <dgm:cxn modelId="{028E3B92-A551-4EDE-B622-CD719E061957}" type="presOf" srcId="{525EDFFB-764F-472A-A7F3-4DAE93486A7D}" destId="{F46EC486-37AF-4D81-BC63-EEE59A861202}" srcOrd="0" destOrd="4" presId="urn:microsoft.com/office/officeart/2005/8/layout/vList5"/>
    <dgm:cxn modelId="{0D2B1897-4954-4AFF-BFB7-703E690E8A21}" srcId="{E6836873-E554-41C9-8B89-120476EC8879}" destId="{C9B3887B-ED4A-4A88-BF59-963391AF6E8A}" srcOrd="2" destOrd="0" parTransId="{7B5D1359-F3AD-4014-8347-BB1082C0E28F}" sibTransId="{940B666A-4EB9-4393-B059-1D85BC25FCD2}"/>
    <dgm:cxn modelId="{233C3DA4-E7D1-4BB8-B513-5123EAB2C74E}" srcId="{39B8D7F0-B03B-41F1-BF2B-2C7A3359A381}" destId="{E562E63B-8A78-4D44-8D97-CF430F97F380}" srcOrd="3" destOrd="0" parTransId="{A49FABAB-7EE0-4F9D-B5EC-F5C07F4AACA4}" sibTransId="{9D932DBE-ABF7-4069-8593-F571DB46D746}"/>
    <dgm:cxn modelId="{D17E09A8-8386-4E87-A35F-19558D6BE42A}" type="presOf" srcId="{A320E504-E74C-44C8-909C-36154C02BF94}" destId="{1528E147-29A7-49BC-873D-932CCC22D024}" srcOrd="0" destOrd="4" presId="urn:microsoft.com/office/officeart/2005/8/layout/vList5"/>
    <dgm:cxn modelId="{B2FE8CAA-4805-4CD9-A55D-145342E5480E}" type="presOf" srcId="{3CB340E8-B1CA-41D3-98B9-3EF56B39ED64}" destId="{F46EC486-37AF-4D81-BC63-EEE59A861202}" srcOrd="0" destOrd="3" presId="urn:microsoft.com/office/officeart/2005/8/layout/vList5"/>
    <dgm:cxn modelId="{43A83CB1-62F8-4E93-BEB4-C0161E27C8CE}" type="presOf" srcId="{0C5937E3-CFC6-40B4-963D-98EBE0425933}" destId="{585FD6F8-B905-4408-9FFC-C045693EA5AC}" srcOrd="0" destOrd="1" presId="urn:microsoft.com/office/officeart/2005/8/layout/vList5"/>
    <dgm:cxn modelId="{45AE0FBD-F893-4830-AC84-7126B682D51F}" srcId="{39B8D7F0-B03B-41F1-BF2B-2C7A3359A381}" destId="{010613D0-7F92-4DEB-B459-B69A935090CA}" srcOrd="1" destOrd="0" parTransId="{28DC5AC9-D684-421F-930D-DA44C18E1301}" sibTransId="{1C3F2BDD-1105-44CC-BC6E-5914E67844B8}"/>
    <dgm:cxn modelId="{D8B2BCBF-496A-43A4-B128-366DBE1C6673}" srcId="{E6836873-E554-41C9-8B89-120476EC8879}" destId="{BB732211-4ED8-4AAE-A664-8E1BC96565D1}" srcOrd="0" destOrd="0" parTransId="{D904A16F-41A8-4A58-9AEE-B472D28976E2}" sibTransId="{128F66DE-EC93-40AC-8840-BCA962E52014}"/>
    <dgm:cxn modelId="{246991C4-F4C2-4029-A04B-C5B9A0195E81}" type="presOf" srcId="{5D94B6DF-C580-4D4D-945C-BA2FE232F5F2}" destId="{1528E147-29A7-49BC-873D-932CCC22D024}" srcOrd="0" destOrd="2" presId="urn:microsoft.com/office/officeart/2005/8/layout/vList5"/>
    <dgm:cxn modelId="{ED731ECF-8FD9-4D8C-A7A4-1E89991B4A0C}" type="presOf" srcId="{E6836873-E554-41C9-8B89-120476EC8879}" destId="{10346324-94D9-48C9-84BC-69314B7EA66D}" srcOrd="0" destOrd="0" presId="urn:microsoft.com/office/officeart/2005/8/layout/vList5"/>
    <dgm:cxn modelId="{2A3A70DA-7680-456A-AEE2-3B41E1EEDF46}" type="presOf" srcId="{9C4C6FBF-D535-4A99-A3DB-6202423B2FF3}" destId="{585FD6F8-B905-4408-9FFC-C045693EA5AC}" srcOrd="0" destOrd="2" presId="urn:microsoft.com/office/officeart/2005/8/layout/vList5"/>
    <dgm:cxn modelId="{61550AE5-B620-4B57-912D-F083F2254E9A}" srcId="{E6836873-E554-41C9-8B89-120476EC8879}" destId="{3CB340E8-B1CA-41D3-98B9-3EF56B39ED64}" srcOrd="3" destOrd="0" parTransId="{A225CD84-6C45-4F36-9B2E-60C5F50F2906}" sibTransId="{CB53AC0B-585F-431B-A0C8-1B06984CDF91}"/>
    <dgm:cxn modelId="{9C8E60E8-EFBD-48C9-901F-CE53C0917339}" type="presOf" srcId="{48163FC7-EB65-416E-A955-4DD5CED092F4}" destId="{1528E147-29A7-49BC-873D-932CCC22D024}" srcOrd="0" destOrd="0" presId="urn:microsoft.com/office/officeart/2005/8/layout/vList5"/>
    <dgm:cxn modelId="{7E3F15EC-EA04-44EE-9F7A-B0C9A3B382BA}" type="presOf" srcId="{D81D4B4C-59CD-4868-9BCD-F3131E2D895C}" destId="{585FD6F8-B905-4408-9FFC-C045693EA5AC}" srcOrd="0" destOrd="0" presId="urn:microsoft.com/office/officeart/2005/8/layout/vList5"/>
    <dgm:cxn modelId="{C8F08CE3-12F9-42DE-A32F-D01127C7755C}" type="presParOf" srcId="{65516209-CF57-4A7B-A040-B8128971297D}" destId="{E158A7F1-8AAF-498B-9E2F-7EE2A57E3F96}" srcOrd="0" destOrd="0" presId="urn:microsoft.com/office/officeart/2005/8/layout/vList5"/>
    <dgm:cxn modelId="{0E795D0B-3046-4969-AC3D-0F9E11457100}" type="presParOf" srcId="{E158A7F1-8AAF-498B-9E2F-7EE2A57E3F96}" destId="{84191146-716A-4452-8F02-573658E008FF}" srcOrd="0" destOrd="0" presId="urn:microsoft.com/office/officeart/2005/8/layout/vList5"/>
    <dgm:cxn modelId="{D4168701-15A6-4BC1-A0B3-D08D073D372F}" type="presParOf" srcId="{E158A7F1-8AAF-498B-9E2F-7EE2A57E3F96}" destId="{585FD6F8-B905-4408-9FFC-C045693EA5AC}" srcOrd="1" destOrd="0" presId="urn:microsoft.com/office/officeart/2005/8/layout/vList5"/>
    <dgm:cxn modelId="{BCBB33A2-7BD3-4226-BE01-C75C6DF0B6CD}" type="presParOf" srcId="{65516209-CF57-4A7B-A040-B8128971297D}" destId="{32A1DECC-C8D9-40D5-9AB5-950C20CE18F7}" srcOrd="1" destOrd="0" presId="urn:microsoft.com/office/officeart/2005/8/layout/vList5"/>
    <dgm:cxn modelId="{FC1D56C0-6504-4A9A-A576-89D1D8FB1CAA}" type="presParOf" srcId="{65516209-CF57-4A7B-A040-B8128971297D}" destId="{5724F95E-DE9A-45BE-9C32-9428F04FA95B}" srcOrd="2" destOrd="0" presId="urn:microsoft.com/office/officeart/2005/8/layout/vList5"/>
    <dgm:cxn modelId="{48FEF0DC-5F0E-4DF4-8727-0104D7B67758}" type="presParOf" srcId="{5724F95E-DE9A-45BE-9C32-9428F04FA95B}" destId="{10346324-94D9-48C9-84BC-69314B7EA66D}" srcOrd="0" destOrd="0" presId="urn:microsoft.com/office/officeart/2005/8/layout/vList5"/>
    <dgm:cxn modelId="{4F53A854-6539-44F9-8194-41A7EFC38C7F}" type="presParOf" srcId="{5724F95E-DE9A-45BE-9C32-9428F04FA95B}" destId="{F46EC486-37AF-4D81-BC63-EEE59A861202}" srcOrd="1" destOrd="0" presId="urn:microsoft.com/office/officeart/2005/8/layout/vList5"/>
    <dgm:cxn modelId="{3C266113-60E8-41BA-83D2-35DFA4EF2308}" type="presParOf" srcId="{65516209-CF57-4A7B-A040-B8128971297D}" destId="{2D0BE598-CAEF-49E0-8D86-A82FE84C150C}" srcOrd="3" destOrd="0" presId="urn:microsoft.com/office/officeart/2005/8/layout/vList5"/>
    <dgm:cxn modelId="{EC78BC37-8940-4A19-90DB-D1FF62F92E4A}" type="presParOf" srcId="{65516209-CF57-4A7B-A040-B8128971297D}" destId="{548F8BCF-7628-4BA8-B93C-445BD6DFE9E3}" srcOrd="4" destOrd="0" presId="urn:microsoft.com/office/officeart/2005/8/layout/vList5"/>
    <dgm:cxn modelId="{C388FA9A-30D0-417B-8975-6C4EE7CB89F0}" type="presParOf" srcId="{548F8BCF-7628-4BA8-B93C-445BD6DFE9E3}" destId="{142F63F5-7D1F-4CDE-8DCD-7EA330B75EE5}" srcOrd="0" destOrd="0" presId="urn:microsoft.com/office/officeart/2005/8/layout/vList5"/>
    <dgm:cxn modelId="{5FEEAB37-8DF8-43B7-BA4D-13CF403E84F4}" type="presParOf" srcId="{548F8BCF-7628-4BA8-B93C-445BD6DFE9E3}" destId="{1528E147-29A7-49BC-873D-932CCC22D02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9C9DBB-BF81-4CCA-99D4-5BB57CA6DDB6}" type="doc">
      <dgm:prSet loTypeId="urn:microsoft.com/office/officeart/2005/8/layout/matrix2" loCatId="matrix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820C243-481D-4F29-BCC1-4DBC85AC4822}">
      <dgm:prSet phldrT="[Text]" phldr="0"/>
      <dgm:spPr>
        <a:solidFill>
          <a:srgbClr val="368727"/>
        </a:solidFill>
        <a:ln w="28575">
          <a:solidFill>
            <a:srgbClr val="1E6F1D"/>
          </a:solidFill>
        </a:ln>
      </dgm:spPr>
      <dgm:t>
        <a:bodyPr/>
        <a:lstStyle/>
        <a:p>
          <a:r>
            <a:rPr lang="en-US" dirty="0">
              <a:latin typeface="Fidelity Sans" panose="020B0503030202020204" pitchFamily="34" charset="0"/>
            </a:rPr>
            <a:t>Unique Identity for Each User</a:t>
          </a:r>
          <a:endParaRPr lang="en-IN" dirty="0">
            <a:latin typeface="Fidelity Sans" panose="020B0503030202020204" pitchFamily="34" charset="0"/>
          </a:endParaRPr>
        </a:p>
      </dgm:t>
    </dgm:pt>
    <dgm:pt modelId="{738E3156-AD39-45EF-AF15-5D21DA7B8A6F}" type="parTrans" cxnId="{E3639472-775F-492A-B13B-3BF56746FE49}">
      <dgm:prSet/>
      <dgm:spPr/>
      <dgm:t>
        <a:bodyPr/>
        <a:lstStyle/>
        <a:p>
          <a:endParaRPr lang="en-IN">
            <a:latin typeface="Fidelity Sans" panose="020B0503030202020204" pitchFamily="34" charset="0"/>
          </a:endParaRPr>
        </a:p>
      </dgm:t>
    </dgm:pt>
    <dgm:pt modelId="{31CE12BE-4E93-403F-B3E1-EDE23C54871F}" type="sibTrans" cxnId="{E3639472-775F-492A-B13B-3BF56746FE49}">
      <dgm:prSet/>
      <dgm:spPr/>
      <dgm:t>
        <a:bodyPr/>
        <a:lstStyle/>
        <a:p>
          <a:endParaRPr lang="en-IN">
            <a:latin typeface="Fidelity Sans" panose="020B0503030202020204" pitchFamily="34" charset="0"/>
          </a:endParaRPr>
        </a:p>
      </dgm:t>
    </dgm:pt>
    <dgm:pt modelId="{AFC656D5-D805-4306-861A-058275D8AD5D}">
      <dgm:prSet phldrT="[Text]" phldr="0"/>
      <dgm:spPr>
        <a:solidFill>
          <a:srgbClr val="368727"/>
        </a:solidFill>
        <a:ln w="28575">
          <a:solidFill>
            <a:srgbClr val="1E6F1D"/>
          </a:solidFill>
        </a:ln>
      </dgm:spPr>
      <dgm:t>
        <a:bodyPr/>
        <a:lstStyle/>
        <a:p>
          <a:r>
            <a:rPr lang="en-US" dirty="0">
              <a:latin typeface="Fidelity Sans" panose="020B0503030202020204" pitchFamily="34" charset="0"/>
            </a:rPr>
            <a:t>Single User with Multiple Account Tyes</a:t>
          </a:r>
          <a:endParaRPr lang="en-IN" dirty="0">
            <a:latin typeface="Fidelity Sans" panose="020B0503030202020204" pitchFamily="34" charset="0"/>
          </a:endParaRPr>
        </a:p>
      </dgm:t>
    </dgm:pt>
    <dgm:pt modelId="{4828BBF8-1339-4DD6-8FA9-DA1B56C5909A}" type="parTrans" cxnId="{DD37A817-47F3-48C8-A7C3-70FEAAC02039}">
      <dgm:prSet/>
      <dgm:spPr/>
      <dgm:t>
        <a:bodyPr/>
        <a:lstStyle/>
        <a:p>
          <a:endParaRPr lang="en-IN">
            <a:latin typeface="Fidelity Sans" panose="020B0503030202020204" pitchFamily="34" charset="0"/>
          </a:endParaRPr>
        </a:p>
      </dgm:t>
    </dgm:pt>
    <dgm:pt modelId="{77EE09E2-8FF7-43DE-9CAA-B8191B4D581A}" type="sibTrans" cxnId="{DD37A817-47F3-48C8-A7C3-70FEAAC02039}">
      <dgm:prSet/>
      <dgm:spPr/>
      <dgm:t>
        <a:bodyPr/>
        <a:lstStyle/>
        <a:p>
          <a:endParaRPr lang="en-IN">
            <a:latin typeface="Fidelity Sans" panose="020B0503030202020204" pitchFamily="34" charset="0"/>
          </a:endParaRPr>
        </a:p>
      </dgm:t>
    </dgm:pt>
    <dgm:pt modelId="{057A3911-B558-40DF-BC8F-C06FE5B9DBB1}">
      <dgm:prSet phldrT="[Text]" phldr="0"/>
      <dgm:spPr>
        <a:solidFill>
          <a:srgbClr val="368727"/>
        </a:solidFill>
        <a:ln w="28575">
          <a:solidFill>
            <a:srgbClr val="1E6F1D"/>
          </a:solidFill>
        </a:ln>
      </dgm:spPr>
      <dgm:t>
        <a:bodyPr/>
        <a:lstStyle/>
        <a:p>
          <a:r>
            <a:rPr lang="en-US" dirty="0">
              <a:latin typeface="Fidelity Sans" panose="020B0503030202020204" pitchFamily="34" charset="0"/>
            </a:rPr>
            <a:t>Auto-Linking during Admin Approval</a:t>
          </a:r>
          <a:endParaRPr lang="en-IN" dirty="0">
            <a:latin typeface="Fidelity Sans" panose="020B0503030202020204" pitchFamily="34" charset="0"/>
          </a:endParaRPr>
        </a:p>
      </dgm:t>
    </dgm:pt>
    <dgm:pt modelId="{E8191115-CAEB-4890-86CA-4839E99AFC34}" type="parTrans" cxnId="{E3228371-B736-4446-9264-3D19897B609E}">
      <dgm:prSet/>
      <dgm:spPr/>
      <dgm:t>
        <a:bodyPr/>
        <a:lstStyle/>
        <a:p>
          <a:endParaRPr lang="en-IN">
            <a:latin typeface="Fidelity Sans" panose="020B0503030202020204" pitchFamily="34" charset="0"/>
          </a:endParaRPr>
        </a:p>
      </dgm:t>
    </dgm:pt>
    <dgm:pt modelId="{27F794D9-6454-49D9-B5F7-9330A7C9A223}" type="sibTrans" cxnId="{E3228371-B736-4446-9264-3D19897B609E}">
      <dgm:prSet/>
      <dgm:spPr/>
      <dgm:t>
        <a:bodyPr/>
        <a:lstStyle/>
        <a:p>
          <a:endParaRPr lang="en-IN">
            <a:latin typeface="Fidelity Sans" panose="020B0503030202020204" pitchFamily="34" charset="0"/>
          </a:endParaRPr>
        </a:p>
      </dgm:t>
    </dgm:pt>
    <dgm:pt modelId="{D6E29F89-3F7E-4012-8B82-E291C012E7EA}">
      <dgm:prSet phldrT="[Text]" phldr="0"/>
      <dgm:spPr>
        <a:solidFill>
          <a:srgbClr val="368727"/>
        </a:solidFill>
        <a:ln w="28575">
          <a:solidFill>
            <a:srgbClr val="1E6F1D"/>
          </a:solidFill>
        </a:ln>
      </dgm:spPr>
      <dgm:t>
        <a:bodyPr/>
        <a:lstStyle/>
        <a:p>
          <a:r>
            <a:rPr lang="en-US" dirty="0">
              <a:latin typeface="Fidelity Sans" panose="020B0503030202020204" pitchFamily="34" charset="0"/>
            </a:rPr>
            <a:t>Singular Dashboard to Access All Account Types</a:t>
          </a:r>
          <a:endParaRPr lang="en-IN" dirty="0">
            <a:latin typeface="Fidelity Sans" panose="020B0503030202020204" pitchFamily="34" charset="0"/>
          </a:endParaRPr>
        </a:p>
      </dgm:t>
    </dgm:pt>
    <dgm:pt modelId="{D83EFF40-49F1-4295-B039-D5550BA63991}" type="parTrans" cxnId="{1B8556F7-0949-4C77-8524-7D7528FF6FEC}">
      <dgm:prSet/>
      <dgm:spPr/>
      <dgm:t>
        <a:bodyPr/>
        <a:lstStyle/>
        <a:p>
          <a:endParaRPr lang="en-IN">
            <a:latin typeface="Fidelity Sans" panose="020B0503030202020204" pitchFamily="34" charset="0"/>
          </a:endParaRPr>
        </a:p>
      </dgm:t>
    </dgm:pt>
    <dgm:pt modelId="{0E94E3DD-9C09-401F-9B62-B6C5702D7BAF}" type="sibTrans" cxnId="{1B8556F7-0949-4C77-8524-7D7528FF6FEC}">
      <dgm:prSet/>
      <dgm:spPr/>
      <dgm:t>
        <a:bodyPr/>
        <a:lstStyle/>
        <a:p>
          <a:endParaRPr lang="en-IN">
            <a:latin typeface="Fidelity Sans" panose="020B0503030202020204" pitchFamily="34" charset="0"/>
          </a:endParaRPr>
        </a:p>
      </dgm:t>
    </dgm:pt>
    <dgm:pt modelId="{BD04E39A-2EFC-4EF4-A453-759704A044DD}" type="pres">
      <dgm:prSet presAssocID="{A49C9DBB-BF81-4CCA-99D4-5BB57CA6DDB6}" presName="matrix" presStyleCnt="0">
        <dgm:presLayoutVars>
          <dgm:chMax val="1"/>
          <dgm:dir/>
          <dgm:resizeHandles val="exact"/>
        </dgm:presLayoutVars>
      </dgm:prSet>
      <dgm:spPr/>
    </dgm:pt>
    <dgm:pt modelId="{BC3C9BF5-6A1E-40EB-A810-AB30ACC800D4}" type="pres">
      <dgm:prSet presAssocID="{A49C9DBB-BF81-4CCA-99D4-5BB57CA6DDB6}" presName="axisShape" presStyleLbl="bgShp" presStyleIdx="0" presStyleCnt="1"/>
      <dgm:spPr>
        <a:solidFill>
          <a:srgbClr val="BBEBB2"/>
        </a:solidFill>
        <a:ln w="28575">
          <a:solidFill>
            <a:srgbClr val="65C754"/>
          </a:solidFill>
        </a:ln>
      </dgm:spPr>
    </dgm:pt>
    <dgm:pt modelId="{3C562D1D-874F-4E94-B3F0-6B2749C80755}" type="pres">
      <dgm:prSet presAssocID="{A49C9DBB-BF81-4CCA-99D4-5BB57CA6DDB6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085A622-5DF8-486D-8AE9-AEC2F466AC5F}" type="pres">
      <dgm:prSet presAssocID="{A49C9DBB-BF81-4CCA-99D4-5BB57CA6DDB6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0AB2F11-118F-41B5-BEBC-829E65EC1377}" type="pres">
      <dgm:prSet presAssocID="{A49C9DBB-BF81-4CCA-99D4-5BB57CA6DDB6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D0B5AFF-DBA3-475D-9093-DE2A8DD7D6B6}" type="pres">
      <dgm:prSet presAssocID="{A49C9DBB-BF81-4CCA-99D4-5BB57CA6DDB6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D37A817-47F3-48C8-A7C3-70FEAAC02039}" srcId="{A49C9DBB-BF81-4CCA-99D4-5BB57CA6DDB6}" destId="{AFC656D5-D805-4306-861A-058275D8AD5D}" srcOrd="1" destOrd="0" parTransId="{4828BBF8-1339-4DD6-8FA9-DA1B56C5909A}" sibTransId="{77EE09E2-8FF7-43DE-9CAA-B8191B4D581A}"/>
    <dgm:cxn modelId="{E3228371-B736-4446-9264-3D19897B609E}" srcId="{A49C9DBB-BF81-4CCA-99D4-5BB57CA6DDB6}" destId="{057A3911-B558-40DF-BC8F-C06FE5B9DBB1}" srcOrd="2" destOrd="0" parTransId="{E8191115-CAEB-4890-86CA-4839E99AFC34}" sibTransId="{27F794D9-6454-49D9-B5F7-9330A7C9A223}"/>
    <dgm:cxn modelId="{E3639472-775F-492A-B13B-3BF56746FE49}" srcId="{A49C9DBB-BF81-4CCA-99D4-5BB57CA6DDB6}" destId="{9820C243-481D-4F29-BCC1-4DBC85AC4822}" srcOrd="0" destOrd="0" parTransId="{738E3156-AD39-45EF-AF15-5D21DA7B8A6F}" sibTransId="{31CE12BE-4E93-403F-B3E1-EDE23C54871F}"/>
    <dgm:cxn modelId="{16BF5574-15A0-4961-ABDA-90F8283E019A}" type="presOf" srcId="{AFC656D5-D805-4306-861A-058275D8AD5D}" destId="{5085A622-5DF8-486D-8AE9-AEC2F466AC5F}" srcOrd="0" destOrd="0" presId="urn:microsoft.com/office/officeart/2005/8/layout/matrix2"/>
    <dgm:cxn modelId="{579AA5B3-3545-4D8C-ABE1-028A60AFFC39}" type="presOf" srcId="{9820C243-481D-4F29-BCC1-4DBC85AC4822}" destId="{3C562D1D-874F-4E94-B3F0-6B2749C80755}" srcOrd="0" destOrd="0" presId="urn:microsoft.com/office/officeart/2005/8/layout/matrix2"/>
    <dgm:cxn modelId="{5AD1F8B9-6D89-4423-AC1F-079EB70BBBA1}" type="presOf" srcId="{057A3911-B558-40DF-BC8F-C06FE5B9DBB1}" destId="{A0AB2F11-118F-41B5-BEBC-829E65EC1377}" srcOrd="0" destOrd="0" presId="urn:microsoft.com/office/officeart/2005/8/layout/matrix2"/>
    <dgm:cxn modelId="{826ECEBC-2911-44F1-812B-37C33D94D755}" type="presOf" srcId="{D6E29F89-3F7E-4012-8B82-E291C012E7EA}" destId="{CD0B5AFF-DBA3-475D-9093-DE2A8DD7D6B6}" srcOrd="0" destOrd="0" presId="urn:microsoft.com/office/officeart/2005/8/layout/matrix2"/>
    <dgm:cxn modelId="{027CE2BC-42A9-45A9-9FBF-8BB983DAB75D}" type="presOf" srcId="{A49C9DBB-BF81-4CCA-99D4-5BB57CA6DDB6}" destId="{BD04E39A-2EFC-4EF4-A453-759704A044DD}" srcOrd="0" destOrd="0" presId="urn:microsoft.com/office/officeart/2005/8/layout/matrix2"/>
    <dgm:cxn modelId="{1B8556F7-0949-4C77-8524-7D7528FF6FEC}" srcId="{A49C9DBB-BF81-4CCA-99D4-5BB57CA6DDB6}" destId="{D6E29F89-3F7E-4012-8B82-E291C012E7EA}" srcOrd="3" destOrd="0" parTransId="{D83EFF40-49F1-4295-B039-D5550BA63991}" sibTransId="{0E94E3DD-9C09-401F-9B62-B6C5702D7BAF}"/>
    <dgm:cxn modelId="{7BE24DC0-95C2-4DD1-802C-A1C0BD485BDE}" type="presParOf" srcId="{BD04E39A-2EFC-4EF4-A453-759704A044DD}" destId="{BC3C9BF5-6A1E-40EB-A810-AB30ACC800D4}" srcOrd="0" destOrd="0" presId="urn:microsoft.com/office/officeart/2005/8/layout/matrix2"/>
    <dgm:cxn modelId="{B1F239AF-EA60-4E0E-A9A4-245F80042092}" type="presParOf" srcId="{BD04E39A-2EFC-4EF4-A453-759704A044DD}" destId="{3C562D1D-874F-4E94-B3F0-6B2749C80755}" srcOrd="1" destOrd="0" presId="urn:microsoft.com/office/officeart/2005/8/layout/matrix2"/>
    <dgm:cxn modelId="{EB2A11E9-8F98-44A4-8486-DD882A4C08D1}" type="presParOf" srcId="{BD04E39A-2EFC-4EF4-A453-759704A044DD}" destId="{5085A622-5DF8-486D-8AE9-AEC2F466AC5F}" srcOrd="2" destOrd="0" presId="urn:microsoft.com/office/officeart/2005/8/layout/matrix2"/>
    <dgm:cxn modelId="{AF35BEAC-ED4F-4B2D-9B51-58ED39CF9A24}" type="presParOf" srcId="{BD04E39A-2EFC-4EF4-A453-759704A044DD}" destId="{A0AB2F11-118F-41B5-BEBC-829E65EC1377}" srcOrd="3" destOrd="0" presId="urn:microsoft.com/office/officeart/2005/8/layout/matrix2"/>
    <dgm:cxn modelId="{043DE57B-240E-42AE-A1DF-57ED2E760708}" type="presParOf" srcId="{BD04E39A-2EFC-4EF4-A453-759704A044DD}" destId="{CD0B5AFF-DBA3-475D-9093-DE2A8DD7D6B6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E5B52E3-CD7D-4FC7-986A-46ACB26603CB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58AED63-5803-4111-82B5-79954DD3E528}">
      <dgm:prSet phldrT="[Text]" phldr="0"/>
      <dgm:spPr>
        <a:solidFill>
          <a:srgbClr val="2751C2">
            <a:alpha val="49804"/>
          </a:srgbClr>
        </a:solidFill>
        <a:ln w="28575">
          <a:solidFill>
            <a:srgbClr val="132454"/>
          </a:solidFill>
        </a:ln>
      </dgm:spPr>
      <dgm:t>
        <a:bodyPr/>
        <a:lstStyle/>
        <a:p>
          <a:r>
            <a:rPr lang="en-US" dirty="0">
              <a:solidFill>
                <a:schemeClr val="tx2"/>
              </a:solidFill>
              <a:latin typeface="Fidelity Sans" panose="020B0503030202020204" pitchFamily="34" charset="0"/>
            </a:rPr>
            <a:t>Contextual Self-Transfer UI for users with multiple accounts </a:t>
          </a:r>
          <a:endParaRPr lang="en-IN" dirty="0">
            <a:solidFill>
              <a:schemeClr val="tx2"/>
            </a:solidFill>
            <a:latin typeface="Fidelity Sans" panose="020B0503030202020204" pitchFamily="34" charset="0"/>
          </a:endParaRPr>
        </a:p>
      </dgm:t>
    </dgm:pt>
    <dgm:pt modelId="{2196C357-1A3E-4A9B-8057-A3BC44480229}" type="parTrans" cxnId="{D99FDF87-66BD-42BD-A49C-E5B4E1876088}">
      <dgm:prSet/>
      <dgm:spPr/>
      <dgm:t>
        <a:bodyPr/>
        <a:lstStyle/>
        <a:p>
          <a:endParaRPr lang="en-IN">
            <a:solidFill>
              <a:schemeClr val="tx2"/>
            </a:solidFill>
            <a:latin typeface="Fidelity Sans" panose="020B0503030202020204" pitchFamily="34" charset="0"/>
          </a:endParaRPr>
        </a:p>
      </dgm:t>
    </dgm:pt>
    <dgm:pt modelId="{A2706A59-95E1-4D76-A2CC-8E06FF6B9629}" type="sibTrans" cxnId="{D99FDF87-66BD-42BD-A49C-E5B4E1876088}">
      <dgm:prSet phldrT="1" phldr="0"/>
      <dgm:spPr/>
    </dgm:pt>
    <dgm:pt modelId="{01BC8394-9264-4AEB-80C4-B931C2D70CFB}">
      <dgm:prSet phldrT="[Text]" phldr="0"/>
      <dgm:spPr>
        <a:solidFill>
          <a:srgbClr val="2751C2">
            <a:alpha val="49804"/>
          </a:srgbClr>
        </a:solidFill>
        <a:ln w="28575">
          <a:solidFill>
            <a:srgbClr val="132454"/>
          </a:solidFill>
        </a:ln>
      </dgm:spPr>
      <dgm:t>
        <a:bodyPr/>
        <a:lstStyle/>
        <a:p>
          <a:r>
            <a:rPr lang="en-US" dirty="0">
              <a:solidFill>
                <a:schemeClr val="tx2"/>
              </a:solidFill>
              <a:latin typeface="Fidelity Sans" panose="020B0503030202020204" pitchFamily="34" charset="0"/>
            </a:rPr>
            <a:t>New Self-Transfer Transaction Type</a:t>
          </a:r>
          <a:endParaRPr lang="en-IN" dirty="0">
            <a:solidFill>
              <a:schemeClr val="tx2"/>
            </a:solidFill>
            <a:latin typeface="Fidelity Sans" panose="020B0503030202020204" pitchFamily="34" charset="0"/>
          </a:endParaRPr>
        </a:p>
      </dgm:t>
    </dgm:pt>
    <dgm:pt modelId="{4CC1E520-008C-48D0-A173-33FD0F11BD70}" type="parTrans" cxnId="{88092320-244F-4516-86FD-83A7E1557167}">
      <dgm:prSet/>
      <dgm:spPr/>
      <dgm:t>
        <a:bodyPr/>
        <a:lstStyle/>
        <a:p>
          <a:endParaRPr lang="en-IN">
            <a:solidFill>
              <a:schemeClr val="tx2"/>
            </a:solidFill>
            <a:latin typeface="Fidelity Sans" panose="020B0503030202020204" pitchFamily="34" charset="0"/>
          </a:endParaRPr>
        </a:p>
      </dgm:t>
    </dgm:pt>
    <dgm:pt modelId="{D60E8ECD-9C0B-4E2D-A3AE-9ACF21805F89}" type="sibTrans" cxnId="{88092320-244F-4516-86FD-83A7E1557167}">
      <dgm:prSet phldrT="2" phldr="0"/>
      <dgm:spPr/>
    </dgm:pt>
    <dgm:pt modelId="{DAB1068E-2131-4165-9D7A-A423A55443D4}">
      <dgm:prSet phldrT="[Text]" phldr="0"/>
      <dgm:spPr>
        <a:solidFill>
          <a:srgbClr val="2751C2">
            <a:alpha val="49804"/>
          </a:srgbClr>
        </a:solidFill>
        <a:ln w="28575">
          <a:solidFill>
            <a:srgbClr val="132454"/>
          </a:solidFill>
        </a:ln>
      </dgm:spPr>
      <dgm:t>
        <a:bodyPr/>
        <a:lstStyle/>
        <a:p>
          <a:r>
            <a:rPr lang="en-US" dirty="0">
              <a:solidFill>
                <a:schemeClr val="tx2"/>
              </a:solidFill>
              <a:latin typeface="Fidelity Sans" panose="020B0503030202020204" pitchFamily="34" charset="0"/>
            </a:rPr>
            <a:t>Accounts Linked by Group ID (</a:t>
          </a:r>
          <a:r>
            <a:rPr lang="en-IN" dirty="0">
              <a:solidFill>
                <a:schemeClr val="tx2"/>
              </a:solidFill>
              <a:latin typeface="Fidelity Sans" panose="020B0503030202020204" pitchFamily="34" charset="0"/>
            </a:rPr>
            <a:t>UUID v4)</a:t>
          </a:r>
        </a:p>
      </dgm:t>
    </dgm:pt>
    <dgm:pt modelId="{85F9A8E8-230E-4364-BE3F-0300905B8F81}" type="parTrans" cxnId="{0731BCE5-17D3-4159-991A-81AD4C806A8A}">
      <dgm:prSet/>
      <dgm:spPr/>
      <dgm:t>
        <a:bodyPr/>
        <a:lstStyle/>
        <a:p>
          <a:endParaRPr lang="en-IN">
            <a:solidFill>
              <a:schemeClr val="tx2"/>
            </a:solidFill>
            <a:latin typeface="Fidelity Sans" panose="020B0503030202020204" pitchFamily="34" charset="0"/>
          </a:endParaRPr>
        </a:p>
      </dgm:t>
    </dgm:pt>
    <dgm:pt modelId="{0540D17A-6BCE-4436-B912-F00BC237A921}" type="sibTrans" cxnId="{0731BCE5-17D3-4159-991A-81AD4C806A8A}">
      <dgm:prSet phldrT="3" phldr="0"/>
      <dgm:spPr/>
    </dgm:pt>
    <dgm:pt modelId="{B7E5766D-6B82-48FF-8232-29FE782D8224}" type="pres">
      <dgm:prSet presAssocID="{AE5B52E3-CD7D-4FC7-986A-46ACB26603CB}" presName="linear" presStyleCnt="0">
        <dgm:presLayoutVars>
          <dgm:dir/>
          <dgm:resizeHandles val="exact"/>
        </dgm:presLayoutVars>
      </dgm:prSet>
      <dgm:spPr/>
    </dgm:pt>
    <dgm:pt modelId="{43892905-2FE1-40F8-8DA4-4BFF59D29346}" type="pres">
      <dgm:prSet presAssocID="{758AED63-5803-4111-82B5-79954DD3E528}" presName="comp" presStyleCnt="0"/>
      <dgm:spPr/>
    </dgm:pt>
    <dgm:pt modelId="{A32FB8CC-FE77-43E3-BFE5-7B2A6DDA329C}" type="pres">
      <dgm:prSet presAssocID="{758AED63-5803-4111-82B5-79954DD3E528}" presName="box" presStyleLbl="node1" presStyleIdx="0" presStyleCnt="3"/>
      <dgm:spPr/>
    </dgm:pt>
    <dgm:pt modelId="{BACF7C87-8B6A-44D3-BF6E-49FC66BF38D9}" type="pres">
      <dgm:prSet presAssocID="{758AED63-5803-4111-82B5-79954DD3E528}" presName="img" presStyleLbl="fgImgPlac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-9000" r="-9000"/>
          </a:stretch>
        </a:blipFill>
        <a:ln w="28575">
          <a:solidFill>
            <a:srgbClr val="132454"/>
          </a:solidFill>
        </a:ln>
      </dgm:spPr>
      <dgm:extLst>
        <a:ext uri="{E40237B7-FDA0-4F09-8148-C483321AD2D9}">
          <dgm14:cNvPr xmlns:dgm14="http://schemas.microsoft.com/office/drawing/2010/diagram" id="0" name="" descr="Questions with solid fill"/>
        </a:ext>
      </dgm:extLst>
    </dgm:pt>
    <dgm:pt modelId="{3AF57AAC-4645-4338-9629-E2A0BE28ED92}" type="pres">
      <dgm:prSet presAssocID="{758AED63-5803-4111-82B5-79954DD3E528}" presName="text" presStyleLbl="node1" presStyleIdx="0" presStyleCnt="3">
        <dgm:presLayoutVars>
          <dgm:bulletEnabled val="1"/>
        </dgm:presLayoutVars>
      </dgm:prSet>
      <dgm:spPr/>
    </dgm:pt>
    <dgm:pt modelId="{C4C585F0-210D-44FC-B299-C5575F104105}" type="pres">
      <dgm:prSet presAssocID="{A2706A59-95E1-4D76-A2CC-8E06FF6B9629}" presName="spacer" presStyleCnt="0"/>
      <dgm:spPr/>
    </dgm:pt>
    <dgm:pt modelId="{27CD860B-9245-45BB-ABBC-0B484C9D75EA}" type="pres">
      <dgm:prSet presAssocID="{01BC8394-9264-4AEB-80C4-B931C2D70CFB}" presName="comp" presStyleCnt="0"/>
      <dgm:spPr/>
    </dgm:pt>
    <dgm:pt modelId="{2E0EA290-A98A-43DF-97E3-43DD009E9A29}" type="pres">
      <dgm:prSet presAssocID="{01BC8394-9264-4AEB-80C4-B931C2D70CFB}" presName="box" presStyleLbl="node1" presStyleIdx="1" presStyleCnt="3"/>
      <dgm:spPr/>
    </dgm:pt>
    <dgm:pt modelId="{D8C57E84-C593-4DCA-84E1-23423D9DEB9E}" type="pres">
      <dgm:prSet presAssocID="{01BC8394-9264-4AEB-80C4-B931C2D70CFB}" presName="img" presStyleLbl="fgImgPlac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9000" r="-9000"/>
          </a:stretch>
        </a:blipFill>
        <a:ln w="28575">
          <a:solidFill>
            <a:srgbClr val="132454"/>
          </a:solidFill>
        </a:ln>
      </dgm:spPr>
      <dgm:extLst>
        <a:ext uri="{E40237B7-FDA0-4F09-8148-C483321AD2D9}">
          <dgm14:cNvPr xmlns:dgm14="http://schemas.microsoft.com/office/drawing/2010/diagram" id="0" name="" descr="Dance with solid fill"/>
        </a:ext>
      </dgm:extLst>
    </dgm:pt>
    <dgm:pt modelId="{5A1F95F0-F423-498D-8D2A-8CDCD4B84FF4}" type="pres">
      <dgm:prSet presAssocID="{01BC8394-9264-4AEB-80C4-B931C2D70CFB}" presName="text" presStyleLbl="node1" presStyleIdx="1" presStyleCnt="3">
        <dgm:presLayoutVars>
          <dgm:bulletEnabled val="1"/>
        </dgm:presLayoutVars>
      </dgm:prSet>
      <dgm:spPr/>
    </dgm:pt>
    <dgm:pt modelId="{8339675E-D2A2-481E-86A1-BAC62136BBD8}" type="pres">
      <dgm:prSet presAssocID="{D60E8ECD-9C0B-4E2D-A3AE-9ACF21805F89}" presName="spacer" presStyleCnt="0"/>
      <dgm:spPr/>
    </dgm:pt>
    <dgm:pt modelId="{B8EB30D0-0854-4F65-B819-1228689336F1}" type="pres">
      <dgm:prSet presAssocID="{DAB1068E-2131-4165-9D7A-A423A55443D4}" presName="comp" presStyleCnt="0"/>
      <dgm:spPr/>
    </dgm:pt>
    <dgm:pt modelId="{B28A5339-0338-412A-BCC4-86252CA8F193}" type="pres">
      <dgm:prSet presAssocID="{DAB1068E-2131-4165-9D7A-A423A55443D4}" presName="box" presStyleLbl="node1" presStyleIdx="2" presStyleCnt="3"/>
      <dgm:spPr/>
    </dgm:pt>
    <dgm:pt modelId="{B40C5CC9-D888-4A87-8500-6FD416CBA3EE}" type="pres">
      <dgm:prSet presAssocID="{DAB1068E-2131-4165-9D7A-A423A55443D4}" presName="img" presStyleLbl="fgImgPlac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9000" r="-9000"/>
          </a:stretch>
        </a:blipFill>
        <a:ln w="28575">
          <a:solidFill>
            <a:srgbClr val="132454"/>
          </a:solidFill>
        </a:ln>
      </dgm:spPr>
      <dgm:extLst>
        <a:ext uri="{E40237B7-FDA0-4F09-8148-C483321AD2D9}">
          <dgm14:cNvPr xmlns:dgm14="http://schemas.microsoft.com/office/drawing/2010/diagram" id="0" name="" descr="Group brainstorm with solid fill"/>
        </a:ext>
      </dgm:extLst>
    </dgm:pt>
    <dgm:pt modelId="{BDC4C216-1707-40E0-972E-0DFB11C3481A}" type="pres">
      <dgm:prSet presAssocID="{DAB1068E-2131-4165-9D7A-A423A55443D4}" presName="text" presStyleLbl="node1" presStyleIdx="2" presStyleCnt="3">
        <dgm:presLayoutVars>
          <dgm:bulletEnabled val="1"/>
        </dgm:presLayoutVars>
      </dgm:prSet>
      <dgm:spPr/>
    </dgm:pt>
  </dgm:ptLst>
  <dgm:cxnLst>
    <dgm:cxn modelId="{6FED4504-CDE8-4238-A2D5-BDE9A43A225D}" type="presOf" srcId="{DAB1068E-2131-4165-9D7A-A423A55443D4}" destId="{BDC4C216-1707-40E0-972E-0DFB11C3481A}" srcOrd="1" destOrd="0" presId="urn:microsoft.com/office/officeart/2005/8/layout/vList4"/>
    <dgm:cxn modelId="{A680BF0B-806E-4843-BFF8-E17E7A488152}" type="presOf" srcId="{758AED63-5803-4111-82B5-79954DD3E528}" destId="{A32FB8CC-FE77-43E3-BFE5-7B2A6DDA329C}" srcOrd="0" destOrd="0" presId="urn:microsoft.com/office/officeart/2005/8/layout/vList4"/>
    <dgm:cxn modelId="{88092320-244F-4516-86FD-83A7E1557167}" srcId="{AE5B52E3-CD7D-4FC7-986A-46ACB26603CB}" destId="{01BC8394-9264-4AEB-80C4-B931C2D70CFB}" srcOrd="1" destOrd="0" parTransId="{4CC1E520-008C-48D0-A173-33FD0F11BD70}" sibTransId="{D60E8ECD-9C0B-4E2D-A3AE-9ACF21805F89}"/>
    <dgm:cxn modelId="{90DD1465-277A-438B-97A4-BC8CAD27AFD6}" type="presOf" srcId="{01BC8394-9264-4AEB-80C4-B931C2D70CFB}" destId="{5A1F95F0-F423-498D-8D2A-8CDCD4B84FF4}" srcOrd="1" destOrd="0" presId="urn:microsoft.com/office/officeart/2005/8/layout/vList4"/>
    <dgm:cxn modelId="{DB6E4E67-B8BE-4A6F-B448-AC4180AE3069}" type="presOf" srcId="{DAB1068E-2131-4165-9D7A-A423A55443D4}" destId="{B28A5339-0338-412A-BCC4-86252CA8F193}" srcOrd="0" destOrd="0" presId="urn:microsoft.com/office/officeart/2005/8/layout/vList4"/>
    <dgm:cxn modelId="{D99FDF87-66BD-42BD-A49C-E5B4E1876088}" srcId="{AE5B52E3-CD7D-4FC7-986A-46ACB26603CB}" destId="{758AED63-5803-4111-82B5-79954DD3E528}" srcOrd="0" destOrd="0" parTransId="{2196C357-1A3E-4A9B-8057-A3BC44480229}" sibTransId="{A2706A59-95E1-4D76-A2CC-8E06FF6B9629}"/>
    <dgm:cxn modelId="{73DD938D-3AA3-4A06-B0AB-1911CDCE1C72}" type="presOf" srcId="{AE5B52E3-CD7D-4FC7-986A-46ACB26603CB}" destId="{B7E5766D-6B82-48FF-8232-29FE782D8224}" srcOrd="0" destOrd="0" presId="urn:microsoft.com/office/officeart/2005/8/layout/vList4"/>
    <dgm:cxn modelId="{94F08EB7-2720-4E06-A311-1950F86E326C}" type="presOf" srcId="{758AED63-5803-4111-82B5-79954DD3E528}" destId="{3AF57AAC-4645-4338-9629-E2A0BE28ED92}" srcOrd="1" destOrd="0" presId="urn:microsoft.com/office/officeart/2005/8/layout/vList4"/>
    <dgm:cxn modelId="{A24F20DA-955F-4E5B-84BA-7740DAA0475A}" type="presOf" srcId="{01BC8394-9264-4AEB-80C4-B931C2D70CFB}" destId="{2E0EA290-A98A-43DF-97E3-43DD009E9A29}" srcOrd="0" destOrd="0" presId="urn:microsoft.com/office/officeart/2005/8/layout/vList4"/>
    <dgm:cxn modelId="{0731BCE5-17D3-4159-991A-81AD4C806A8A}" srcId="{AE5B52E3-CD7D-4FC7-986A-46ACB26603CB}" destId="{DAB1068E-2131-4165-9D7A-A423A55443D4}" srcOrd="2" destOrd="0" parTransId="{85F9A8E8-230E-4364-BE3F-0300905B8F81}" sibTransId="{0540D17A-6BCE-4436-B912-F00BC237A921}"/>
    <dgm:cxn modelId="{5385EB20-619B-4845-95D3-89E28B040C4E}" type="presParOf" srcId="{B7E5766D-6B82-48FF-8232-29FE782D8224}" destId="{43892905-2FE1-40F8-8DA4-4BFF59D29346}" srcOrd="0" destOrd="0" presId="urn:microsoft.com/office/officeart/2005/8/layout/vList4"/>
    <dgm:cxn modelId="{B3374EC6-3EC4-478D-B197-8823E1AB9028}" type="presParOf" srcId="{43892905-2FE1-40F8-8DA4-4BFF59D29346}" destId="{A32FB8CC-FE77-43E3-BFE5-7B2A6DDA329C}" srcOrd="0" destOrd="0" presId="urn:microsoft.com/office/officeart/2005/8/layout/vList4"/>
    <dgm:cxn modelId="{79442C02-6B64-4210-94FE-7FFE46FBF6EC}" type="presParOf" srcId="{43892905-2FE1-40F8-8DA4-4BFF59D29346}" destId="{BACF7C87-8B6A-44D3-BF6E-49FC66BF38D9}" srcOrd="1" destOrd="0" presId="urn:microsoft.com/office/officeart/2005/8/layout/vList4"/>
    <dgm:cxn modelId="{844D277A-E49E-455C-A4FF-E38220740BEE}" type="presParOf" srcId="{43892905-2FE1-40F8-8DA4-4BFF59D29346}" destId="{3AF57AAC-4645-4338-9629-E2A0BE28ED92}" srcOrd="2" destOrd="0" presId="urn:microsoft.com/office/officeart/2005/8/layout/vList4"/>
    <dgm:cxn modelId="{978D17E8-6F49-4325-B958-0B3C225C6E31}" type="presParOf" srcId="{B7E5766D-6B82-48FF-8232-29FE782D8224}" destId="{C4C585F0-210D-44FC-B299-C5575F104105}" srcOrd="1" destOrd="0" presId="urn:microsoft.com/office/officeart/2005/8/layout/vList4"/>
    <dgm:cxn modelId="{BB1D7616-601A-481D-A9BC-75BF372983A7}" type="presParOf" srcId="{B7E5766D-6B82-48FF-8232-29FE782D8224}" destId="{27CD860B-9245-45BB-ABBC-0B484C9D75EA}" srcOrd="2" destOrd="0" presId="urn:microsoft.com/office/officeart/2005/8/layout/vList4"/>
    <dgm:cxn modelId="{B01CEF31-D539-49E4-8F9D-23F3BA7E53E2}" type="presParOf" srcId="{27CD860B-9245-45BB-ABBC-0B484C9D75EA}" destId="{2E0EA290-A98A-43DF-97E3-43DD009E9A29}" srcOrd="0" destOrd="0" presId="urn:microsoft.com/office/officeart/2005/8/layout/vList4"/>
    <dgm:cxn modelId="{50C5C396-BB10-4324-A358-6CEFF4474709}" type="presParOf" srcId="{27CD860B-9245-45BB-ABBC-0B484C9D75EA}" destId="{D8C57E84-C593-4DCA-84E1-23423D9DEB9E}" srcOrd="1" destOrd="0" presId="urn:microsoft.com/office/officeart/2005/8/layout/vList4"/>
    <dgm:cxn modelId="{A14F3AFF-AB17-4837-9293-8AFEB3C8B256}" type="presParOf" srcId="{27CD860B-9245-45BB-ABBC-0B484C9D75EA}" destId="{5A1F95F0-F423-498D-8D2A-8CDCD4B84FF4}" srcOrd="2" destOrd="0" presId="urn:microsoft.com/office/officeart/2005/8/layout/vList4"/>
    <dgm:cxn modelId="{E39146DE-339F-4C32-8C41-D4DD32E6C662}" type="presParOf" srcId="{B7E5766D-6B82-48FF-8232-29FE782D8224}" destId="{8339675E-D2A2-481E-86A1-BAC62136BBD8}" srcOrd="3" destOrd="0" presId="urn:microsoft.com/office/officeart/2005/8/layout/vList4"/>
    <dgm:cxn modelId="{E356ADBD-990F-4635-8D57-C14AEB1C1086}" type="presParOf" srcId="{B7E5766D-6B82-48FF-8232-29FE782D8224}" destId="{B8EB30D0-0854-4F65-B819-1228689336F1}" srcOrd="4" destOrd="0" presId="urn:microsoft.com/office/officeart/2005/8/layout/vList4"/>
    <dgm:cxn modelId="{2F306F65-4F9D-4EFE-9581-F737557CDF50}" type="presParOf" srcId="{B8EB30D0-0854-4F65-B819-1228689336F1}" destId="{B28A5339-0338-412A-BCC4-86252CA8F193}" srcOrd="0" destOrd="0" presId="urn:microsoft.com/office/officeart/2005/8/layout/vList4"/>
    <dgm:cxn modelId="{109C051E-43D7-4EDA-81AA-175537E77F8C}" type="presParOf" srcId="{B8EB30D0-0854-4F65-B819-1228689336F1}" destId="{B40C5CC9-D888-4A87-8500-6FD416CBA3EE}" srcOrd="1" destOrd="0" presId="urn:microsoft.com/office/officeart/2005/8/layout/vList4"/>
    <dgm:cxn modelId="{F56C8F4E-8B16-40BE-B011-48880944E749}" type="presParOf" srcId="{B8EB30D0-0854-4F65-B819-1228689336F1}" destId="{BDC4C216-1707-40E0-972E-0DFB11C3481A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5F614FE-4313-4AE2-8A9F-FCF34706A6A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F2CC944-3BC4-4F39-A5CF-F743712EAE85}">
      <dgm:prSet phldrT="[Text]" phldr="0" custT="1"/>
      <dgm:spPr>
        <a:solidFill>
          <a:srgbClr val="368727"/>
        </a:solidFill>
        <a:ln w="28575">
          <a:solidFill>
            <a:srgbClr val="8AD97C"/>
          </a:solidFill>
        </a:ln>
      </dgm:spPr>
      <dgm:t>
        <a:bodyPr/>
        <a:lstStyle/>
        <a:p>
          <a:r>
            <a:rPr lang="en-US" sz="1300" dirty="0">
              <a:solidFill>
                <a:schemeClr val="bg1"/>
              </a:solidFill>
              <a:latin typeface="Fidelity Sans" panose="020B0503030202020204" pitchFamily="34" charset="0"/>
            </a:rPr>
            <a:t>Applicable to non-self transfer. </a:t>
          </a:r>
          <a:r>
            <a:rPr lang="en-IN" sz="1300" dirty="0">
              <a:solidFill>
                <a:schemeClr val="bg1"/>
              </a:solidFill>
              <a:latin typeface="Fidelity Sans" panose="020B0503030202020204" pitchFamily="34" charset="0"/>
            </a:rPr>
            <a:t>Transfers to linked accounts not considered</a:t>
          </a:r>
        </a:p>
      </dgm:t>
    </dgm:pt>
    <dgm:pt modelId="{6EC92E52-F3CA-4A6C-ADF5-34370FDCEF80}" type="parTrans" cxnId="{8C6FE35C-1F2B-4B89-AD01-5A06B13A7C2E}">
      <dgm:prSet/>
      <dgm:spPr/>
      <dgm:t>
        <a:bodyPr/>
        <a:lstStyle/>
        <a:p>
          <a:endParaRPr lang="en-IN" sz="1300">
            <a:latin typeface="Fidelity Sans" panose="020B0503030202020204" pitchFamily="34" charset="0"/>
          </a:endParaRPr>
        </a:p>
      </dgm:t>
    </dgm:pt>
    <dgm:pt modelId="{F412BB57-6980-4874-B9F4-50DA66921D11}" type="sibTrans" cxnId="{8C6FE35C-1F2B-4B89-AD01-5A06B13A7C2E}">
      <dgm:prSet phldrT="1" phldr="0" custT="1"/>
      <dgm:spPr>
        <a:solidFill>
          <a:schemeClr val="tx2"/>
        </a:solidFill>
        <a:ln>
          <a:solidFill>
            <a:schemeClr val="tx2"/>
          </a:solidFill>
        </a:ln>
      </dgm:spPr>
      <dgm:t>
        <a:bodyPr/>
        <a:lstStyle/>
        <a:p>
          <a:endParaRPr sz="1300" dirty="0">
            <a:latin typeface="Fidelity Sans" panose="020B0503030202020204" pitchFamily="34" charset="0"/>
          </a:endParaRPr>
        </a:p>
      </dgm:t>
    </dgm:pt>
    <dgm:pt modelId="{8DC17F9F-74D3-4528-A30E-C7C9757D29A1}">
      <dgm:prSet phldrT="[Text]" phldr="0" custT="1"/>
      <dgm:spPr>
        <a:solidFill>
          <a:srgbClr val="368727"/>
        </a:solidFill>
        <a:ln w="28575">
          <a:solidFill>
            <a:srgbClr val="8AD97C"/>
          </a:solidFill>
        </a:ln>
      </dgm:spPr>
      <dgm:t>
        <a:bodyPr/>
        <a:lstStyle/>
        <a:p>
          <a:r>
            <a:rPr lang="en-US" sz="1300" dirty="0">
              <a:solidFill>
                <a:schemeClr val="bg1"/>
              </a:solidFill>
              <a:latin typeface="Fidelity Sans" panose="020B0503030202020204" pitchFamily="34" charset="0"/>
            </a:rPr>
            <a:t>Reward </a:t>
          </a:r>
          <a:r>
            <a:rPr lang="en-US" sz="1300" i="1" dirty="0">
              <a:solidFill>
                <a:schemeClr val="bg1"/>
              </a:solidFill>
              <a:latin typeface="Fidelity Sans" panose="020B0503030202020204" pitchFamily="34" charset="0"/>
            </a:rPr>
            <a:t>R</a:t>
          </a:r>
          <a:r>
            <a:rPr lang="en-US" sz="1300" dirty="0">
              <a:solidFill>
                <a:schemeClr val="bg1"/>
              </a:solidFill>
              <a:latin typeface="Fidelity Sans" panose="020B0503030202020204" pitchFamily="34" charset="0"/>
            </a:rPr>
            <a:t> = Floor(Amount </a:t>
          </a:r>
          <a:r>
            <a:rPr lang="en-US" sz="1300" i="1" dirty="0">
              <a:solidFill>
                <a:schemeClr val="bg1"/>
              </a:solidFill>
              <a:latin typeface="Fidelity Sans" panose="020B0503030202020204" pitchFamily="34" charset="0"/>
            </a:rPr>
            <a:t>A</a:t>
          </a:r>
          <a:r>
            <a:rPr lang="en-US" sz="1300" dirty="0">
              <a:solidFill>
                <a:schemeClr val="bg1"/>
              </a:solidFill>
              <a:latin typeface="Fidelity Sans" panose="020B0503030202020204" pitchFamily="34" charset="0"/>
            </a:rPr>
            <a:t>/100)</a:t>
          </a:r>
        </a:p>
        <a:p>
          <a:r>
            <a:rPr lang="en-IN" sz="1300" i="1" dirty="0">
              <a:solidFill>
                <a:schemeClr val="bg1"/>
              </a:solidFill>
              <a:latin typeface="Fidelity Sans" panose="020B0503030202020204" pitchFamily="34" charset="0"/>
            </a:rPr>
            <a:t>A</a:t>
          </a:r>
          <a:r>
            <a:rPr lang="en-IN" sz="1300" dirty="0">
              <a:solidFill>
                <a:schemeClr val="bg1"/>
              </a:solidFill>
              <a:latin typeface="Fidelity Sans" panose="020B0503030202020204" pitchFamily="34" charset="0"/>
            </a:rPr>
            <a:t> = 100, </a:t>
          </a:r>
          <a:r>
            <a:rPr lang="en-IN" sz="1300" i="1" dirty="0">
              <a:solidFill>
                <a:schemeClr val="bg1"/>
              </a:solidFill>
              <a:latin typeface="Fidelity Sans" panose="020B0503030202020204" pitchFamily="34" charset="0"/>
            </a:rPr>
            <a:t>R</a:t>
          </a:r>
          <a:r>
            <a:rPr lang="en-IN" sz="1300" dirty="0">
              <a:solidFill>
                <a:schemeClr val="bg1"/>
              </a:solidFill>
              <a:latin typeface="Fidelity Sans" panose="020B0503030202020204" pitchFamily="34" charset="0"/>
            </a:rPr>
            <a:t> = 1; </a:t>
          </a:r>
          <a:r>
            <a:rPr lang="en-IN" sz="1300" i="1" dirty="0">
              <a:solidFill>
                <a:schemeClr val="bg1"/>
              </a:solidFill>
              <a:latin typeface="Fidelity Sans" panose="020B0503030202020204" pitchFamily="34" charset="0"/>
            </a:rPr>
            <a:t>A</a:t>
          </a:r>
          <a:r>
            <a:rPr lang="en-IN" sz="1300" dirty="0">
              <a:solidFill>
                <a:schemeClr val="bg1"/>
              </a:solidFill>
              <a:latin typeface="Fidelity Sans" panose="020B0503030202020204" pitchFamily="34" charset="0"/>
            </a:rPr>
            <a:t> = 299, </a:t>
          </a:r>
          <a:r>
            <a:rPr lang="en-IN" sz="1300" i="1" dirty="0">
              <a:solidFill>
                <a:schemeClr val="bg1"/>
              </a:solidFill>
              <a:latin typeface="Fidelity Sans" panose="020B0503030202020204" pitchFamily="34" charset="0"/>
            </a:rPr>
            <a:t>R</a:t>
          </a:r>
          <a:r>
            <a:rPr lang="en-IN" sz="1300" dirty="0">
              <a:solidFill>
                <a:schemeClr val="bg1"/>
              </a:solidFill>
              <a:latin typeface="Fidelity Sans" panose="020B0503030202020204" pitchFamily="34" charset="0"/>
            </a:rPr>
            <a:t> = 2</a:t>
          </a:r>
        </a:p>
      </dgm:t>
    </dgm:pt>
    <dgm:pt modelId="{9566C675-962B-47B3-AAF7-FAFFCAC6E55C}" type="parTrans" cxnId="{67BA5547-7279-4A7C-8D00-C9A683164F0C}">
      <dgm:prSet/>
      <dgm:spPr/>
      <dgm:t>
        <a:bodyPr/>
        <a:lstStyle/>
        <a:p>
          <a:endParaRPr lang="en-IN" sz="1300">
            <a:latin typeface="Fidelity Sans" panose="020B0503030202020204" pitchFamily="34" charset="0"/>
          </a:endParaRPr>
        </a:p>
      </dgm:t>
    </dgm:pt>
    <dgm:pt modelId="{5C067A0C-CDA8-4EC6-A374-C5465FB4A0D7}" type="sibTrans" cxnId="{67BA5547-7279-4A7C-8D00-C9A683164F0C}">
      <dgm:prSet phldrT="2" phldr="0" custT="1"/>
      <dgm:spPr>
        <a:solidFill>
          <a:srgbClr val="C74B07"/>
        </a:solidFill>
        <a:ln>
          <a:solidFill>
            <a:srgbClr val="FFC371"/>
          </a:solidFill>
        </a:ln>
      </dgm:spPr>
    </dgm:pt>
    <dgm:pt modelId="{7E905177-43AC-4D08-9B45-CDE22DA9882C}">
      <dgm:prSet phldrT="[Text]" phldr="0" custT="1"/>
      <dgm:spPr>
        <a:solidFill>
          <a:srgbClr val="368727"/>
        </a:solidFill>
        <a:ln w="28575">
          <a:solidFill>
            <a:srgbClr val="8AD97C"/>
          </a:solidFill>
        </a:ln>
      </dgm:spPr>
      <dgm:t>
        <a:bodyPr/>
        <a:lstStyle/>
        <a:p>
          <a:r>
            <a:rPr lang="en-US" sz="1300" dirty="0">
              <a:solidFill>
                <a:schemeClr val="bg1"/>
              </a:solidFill>
              <a:latin typeface="Fidelity Sans" panose="020B0503030202020204" pitchFamily="34" charset="0"/>
            </a:rPr>
            <a:t>If transaction rollback approved, then no rewards</a:t>
          </a:r>
        </a:p>
      </dgm:t>
    </dgm:pt>
    <dgm:pt modelId="{BE070A80-7DE7-471A-A96F-30E63DD40280}" type="parTrans" cxnId="{478A0FDC-5199-4A5B-8A23-7E0E2E979EA5}">
      <dgm:prSet/>
      <dgm:spPr/>
      <dgm:t>
        <a:bodyPr/>
        <a:lstStyle/>
        <a:p>
          <a:endParaRPr lang="en-IN" sz="1300">
            <a:latin typeface="Fidelity Sans" panose="020B0503030202020204" pitchFamily="34" charset="0"/>
          </a:endParaRPr>
        </a:p>
      </dgm:t>
    </dgm:pt>
    <dgm:pt modelId="{ACC71F7A-3F24-45A7-BD74-BE44FFA5972B}" type="sibTrans" cxnId="{478A0FDC-5199-4A5B-8A23-7E0E2E979EA5}">
      <dgm:prSet phldrT="3" phldr="0" custT="1"/>
      <dgm:spPr>
        <a:solidFill>
          <a:srgbClr val="C74B07"/>
        </a:solidFill>
        <a:ln>
          <a:solidFill>
            <a:srgbClr val="FFC371"/>
          </a:solidFill>
        </a:ln>
      </dgm:spPr>
    </dgm:pt>
    <dgm:pt modelId="{71F7AEC5-F4F0-412B-B2B3-B5B57A236D56}">
      <dgm:prSet phldrT="[Text]" phldr="0" custT="1"/>
      <dgm:spPr>
        <a:solidFill>
          <a:srgbClr val="368727"/>
        </a:solidFill>
        <a:ln w="28575">
          <a:solidFill>
            <a:srgbClr val="8AD97C"/>
          </a:solidFill>
        </a:ln>
      </dgm:spPr>
      <dgm:t>
        <a:bodyPr/>
        <a:lstStyle/>
        <a:p>
          <a:r>
            <a:rPr lang="en-US" sz="1300" dirty="0">
              <a:solidFill>
                <a:schemeClr val="bg1"/>
              </a:solidFill>
              <a:latin typeface="Fidelity Sans" panose="020B0503030202020204" pitchFamily="34" charset="0"/>
            </a:rPr>
            <a:t>Rewards are used in non-self transfers. </a:t>
          </a:r>
          <a:r>
            <a:rPr lang="en-IN" sz="1300" dirty="0">
              <a:solidFill>
                <a:schemeClr val="bg1"/>
              </a:solidFill>
              <a:latin typeface="Fidelity Sans" panose="020B0503030202020204" pitchFamily="34" charset="0"/>
            </a:rPr>
            <a:t>Amount equal to reward points applied is reduced</a:t>
          </a:r>
          <a:endParaRPr lang="en-US" sz="1300" dirty="0">
            <a:solidFill>
              <a:schemeClr val="bg1"/>
            </a:solidFill>
            <a:latin typeface="Fidelity Sans" panose="020B0503030202020204" pitchFamily="34" charset="0"/>
          </a:endParaRPr>
        </a:p>
      </dgm:t>
    </dgm:pt>
    <dgm:pt modelId="{7B32333A-FD41-4C85-A965-04B676350ECC}" type="parTrans" cxnId="{8E5CE131-1320-4D4D-B8E0-333024628326}">
      <dgm:prSet/>
      <dgm:spPr/>
      <dgm:t>
        <a:bodyPr/>
        <a:lstStyle/>
        <a:p>
          <a:endParaRPr lang="en-IN" sz="1300"/>
        </a:p>
      </dgm:t>
    </dgm:pt>
    <dgm:pt modelId="{BF4BF105-5317-477C-AA17-A876683EEF5A}" type="sibTrans" cxnId="{8E5CE131-1320-4D4D-B8E0-333024628326}">
      <dgm:prSet/>
      <dgm:spPr/>
      <dgm:t>
        <a:bodyPr/>
        <a:lstStyle/>
        <a:p>
          <a:endParaRPr lang="en-IN" sz="1300"/>
        </a:p>
      </dgm:t>
    </dgm:pt>
    <dgm:pt modelId="{2C5AB12E-730F-4E53-ADD5-3FEDE0FA43E4}">
      <dgm:prSet custT="1"/>
      <dgm:spPr>
        <a:solidFill>
          <a:srgbClr val="368727"/>
        </a:solidFill>
        <a:ln w="28575">
          <a:solidFill>
            <a:srgbClr val="8AD97C"/>
          </a:solidFill>
        </a:ln>
      </dgm:spPr>
      <dgm:t>
        <a:bodyPr/>
        <a:lstStyle/>
        <a:p>
          <a:r>
            <a:rPr lang="en-IN" sz="1300" dirty="0">
              <a:solidFill>
                <a:schemeClr val="bg1"/>
              </a:solidFill>
              <a:latin typeface="Fidelity Sans" panose="020B0503030202020204" pitchFamily="34" charset="0"/>
            </a:rPr>
            <a:t>If 100 is sent with 10 reward points applied, 90 is deducted from the wallet. Receiver still gets 100</a:t>
          </a:r>
        </a:p>
      </dgm:t>
    </dgm:pt>
    <dgm:pt modelId="{88BDAB30-67C8-466A-8BD8-09AAB1399CDA}" type="parTrans" cxnId="{84E07956-2449-4B87-8D3F-9C6DAF689819}">
      <dgm:prSet/>
      <dgm:spPr/>
      <dgm:t>
        <a:bodyPr/>
        <a:lstStyle/>
        <a:p>
          <a:endParaRPr lang="en-IN" sz="1300"/>
        </a:p>
      </dgm:t>
    </dgm:pt>
    <dgm:pt modelId="{8C43CE24-2B26-4233-9836-4AB7A1E98CF2}" type="sibTrans" cxnId="{84E07956-2449-4B87-8D3F-9C6DAF689819}">
      <dgm:prSet/>
      <dgm:spPr/>
      <dgm:t>
        <a:bodyPr/>
        <a:lstStyle/>
        <a:p>
          <a:endParaRPr lang="en-IN" sz="1300"/>
        </a:p>
      </dgm:t>
    </dgm:pt>
    <dgm:pt modelId="{78342345-33E4-4915-AFC1-CBA8C351F518}">
      <dgm:prSet custT="1"/>
      <dgm:spPr>
        <a:solidFill>
          <a:srgbClr val="368727"/>
        </a:solidFill>
        <a:ln w="28575">
          <a:solidFill>
            <a:srgbClr val="8AD97C"/>
          </a:solidFill>
        </a:ln>
      </dgm:spPr>
      <dgm:t>
        <a:bodyPr/>
        <a:lstStyle/>
        <a:p>
          <a:r>
            <a:rPr lang="en-US" sz="1300" dirty="0">
              <a:solidFill>
                <a:schemeClr val="bg1"/>
              </a:solidFill>
              <a:latin typeface="Fidelity Sans" panose="020B0503030202020204" pitchFamily="34" charset="0"/>
            </a:rPr>
            <a:t>Rewards can be simultaneously used and gained during transfers</a:t>
          </a:r>
          <a:endParaRPr lang="en-IN" sz="1300" dirty="0">
            <a:solidFill>
              <a:schemeClr val="bg1"/>
            </a:solidFill>
          </a:endParaRPr>
        </a:p>
      </dgm:t>
    </dgm:pt>
    <dgm:pt modelId="{C3682015-03A9-4A80-8061-0CC7D0936C35}" type="parTrans" cxnId="{E62B6A5A-059A-4A10-ADE0-716EEB251859}">
      <dgm:prSet/>
      <dgm:spPr/>
      <dgm:t>
        <a:bodyPr/>
        <a:lstStyle/>
        <a:p>
          <a:endParaRPr lang="en-IN" sz="1300"/>
        </a:p>
      </dgm:t>
    </dgm:pt>
    <dgm:pt modelId="{DEC40DC1-8C6C-4A46-9C60-0DD0A0C6DC82}" type="sibTrans" cxnId="{E62B6A5A-059A-4A10-ADE0-716EEB251859}">
      <dgm:prSet/>
      <dgm:spPr/>
      <dgm:t>
        <a:bodyPr/>
        <a:lstStyle/>
        <a:p>
          <a:endParaRPr lang="en-IN" sz="1300"/>
        </a:p>
      </dgm:t>
    </dgm:pt>
    <dgm:pt modelId="{8F6E8620-541D-421B-AAFA-748CA34EB608}">
      <dgm:prSet custT="1"/>
      <dgm:spPr>
        <a:solidFill>
          <a:srgbClr val="368727"/>
        </a:solidFill>
        <a:ln w="28575">
          <a:solidFill>
            <a:srgbClr val="8AD97C"/>
          </a:solidFill>
        </a:ln>
      </dgm:spPr>
      <dgm:t>
        <a:bodyPr/>
        <a:lstStyle/>
        <a:p>
          <a:r>
            <a:rPr lang="en-IN" sz="1300" dirty="0">
              <a:solidFill>
                <a:schemeClr val="bg1"/>
              </a:solidFill>
              <a:latin typeface="Fidelity Sans" panose="020B0503030202020204" pitchFamily="34" charset="0"/>
            </a:rPr>
            <a:t>If rewards are used, rewards gained is computed with Amount = Total Amount transferred – </a:t>
          </a:r>
          <a:r>
            <a:rPr lang="en-IN" sz="1300">
              <a:solidFill>
                <a:schemeClr val="bg1"/>
              </a:solidFill>
              <a:latin typeface="Fidelity Sans" panose="020B0503030202020204" pitchFamily="34" charset="0"/>
            </a:rPr>
            <a:t>Rewards Used</a:t>
          </a:r>
          <a:endParaRPr lang="en-IN" sz="1300" dirty="0">
            <a:solidFill>
              <a:schemeClr val="bg1"/>
            </a:solidFill>
            <a:latin typeface="Fidelity Sans" panose="020B0503030202020204" pitchFamily="34" charset="0"/>
          </a:endParaRPr>
        </a:p>
      </dgm:t>
    </dgm:pt>
    <dgm:pt modelId="{12D61D9E-B112-4756-A77E-47676AF3ACB9}" type="parTrans" cxnId="{9BE70C5A-0E35-469C-A1A3-B45261138AF3}">
      <dgm:prSet/>
      <dgm:spPr/>
      <dgm:t>
        <a:bodyPr/>
        <a:lstStyle/>
        <a:p>
          <a:endParaRPr lang="en-IN" sz="1300"/>
        </a:p>
      </dgm:t>
    </dgm:pt>
    <dgm:pt modelId="{9B6D580F-D910-4350-8F45-3C9371286723}" type="sibTrans" cxnId="{9BE70C5A-0E35-469C-A1A3-B45261138AF3}">
      <dgm:prSet/>
      <dgm:spPr/>
      <dgm:t>
        <a:bodyPr/>
        <a:lstStyle/>
        <a:p>
          <a:endParaRPr lang="en-IN" sz="1300"/>
        </a:p>
      </dgm:t>
    </dgm:pt>
    <dgm:pt modelId="{6A175E11-6327-4D81-8FE9-3EA04F2EE32A}" type="pres">
      <dgm:prSet presAssocID="{A5F614FE-4313-4AE2-8A9F-FCF34706A6A3}" presName="linear" presStyleCnt="0">
        <dgm:presLayoutVars>
          <dgm:animLvl val="lvl"/>
          <dgm:resizeHandles val="exact"/>
        </dgm:presLayoutVars>
      </dgm:prSet>
      <dgm:spPr/>
    </dgm:pt>
    <dgm:pt modelId="{F4FE56B5-76D1-4D04-A1AB-73DFAF6FCFC5}" type="pres">
      <dgm:prSet presAssocID="{BF2CC944-3BC4-4F39-A5CF-F743712EAE85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BB024397-C474-452B-AF22-9CDED51991B8}" type="pres">
      <dgm:prSet presAssocID="{F412BB57-6980-4874-B9F4-50DA66921D11}" presName="spacer" presStyleCnt="0"/>
      <dgm:spPr/>
    </dgm:pt>
    <dgm:pt modelId="{1A14D08C-93E6-4277-AF4E-0B67D043BE5D}" type="pres">
      <dgm:prSet presAssocID="{8DC17F9F-74D3-4528-A30E-C7C9757D29A1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A8458FE5-4CC7-4BFE-A6E1-BE42C1D55938}" type="pres">
      <dgm:prSet presAssocID="{5C067A0C-CDA8-4EC6-A374-C5465FB4A0D7}" presName="spacer" presStyleCnt="0"/>
      <dgm:spPr/>
    </dgm:pt>
    <dgm:pt modelId="{63A60E88-F39E-4B70-9E6D-E16BEF1711E1}" type="pres">
      <dgm:prSet presAssocID="{7E905177-43AC-4D08-9B45-CDE22DA9882C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456EDCDA-9CE5-4D24-B8D2-95AB344BA183}" type="pres">
      <dgm:prSet presAssocID="{ACC71F7A-3F24-45A7-BD74-BE44FFA5972B}" presName="spacer" presStyleCnt="0"/>
      <dgm:spPr/>
    </dgm:pt>
    <dgm:pt modelId="{9592C529-C59F-493A-A19D-0B1D2F1D5245}" type="pres">
      <dgm:prSet presAssocID="{71F7AEC5-F4F0-412B-B2B3-B5B57A236D56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64B841E5-0109-4DCC-8892-DD1D13897EA2}" type="pres">
      <dgm:prSet presAssocID="{BF4BF105-5317-477C-AA17-A876683EEF5A}" presName="spacer" presStyleCnt="0"/>
      <dgm:spPr/>
    </dgm:pt>
    <dgm:pt modelId="{79F3E353-B51B-4FC6-956C-BA788E25A5F5}" type="pres">
      <dgm:prSet presAssocID="{2C5AB12E-730F-4E53-ADD5-3FEDE0FA43E4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74D0DE5F-33FB-40CD-B975-BE3D130C9311}" type="pres">
      <dgm:prSet presAssocID="{8C43CE24-2B26-4233-9836-4AB7A1E98CF2}" presName="spacer" presStyleCnt="0"/>
      <dgm:spPr/>
    </dgm:pt>
    <dgm:pt modelId="{CBD2F9D8-946B-42F1-86D6-3EA3D756A941}" type="pres">
      <dgm:prSet presAssocID="{78342345-33E4-4915-AFC1-CBA8C351F518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DC7E92F8-E830-4209-9C7A-611D10D32F71}" type="pres">
      <dgm:prSet presAssocID="{DEC40DC1-8C6C-4A46-9C60-0DD0A0C6DC82}" presName="spacer" presStyleCnt="0"/>
      <dgm:spPr/>
    </dgm:pt>
    <dgm:pt modelId="{449F2B61-3DEB-487A-BBFE-0A54CA1F86DD}" type="pres">
      <dgm:prSet presAssocID="{8F6E8620-541D-421B-AAFA-748CA34EB608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65FB0112-9C01-4E50-900B-0060576E6519}" type="presOf" srcId="{A5F614FE-4313-4AE2-8A9F-FCF34706A6A3}" destId="{6A175E11-6327-4D81-8FE9-3EA04F2EE32A}" srcOrd="0" destOrd="0" presId="urn:microsoft.com/office/officeart/2005/8/layout/vList2"/>
    <dgm:cxn modelId="{428E4A17-A3E8-4E22-B77A-E915D6812D39}" type="presOf" srcId="{2C5AB12E-730F-4E53-ADD5-3FEDE0FA43E4}" destId="{79F3E353-B51B-4FC6-956C-BA788E25A5F5}" srcOrd="0" destOrd="0" presId="urn:microsoft.com/office/officeart/2005/8/layout/vList2"/>
    <dgm:cxn modelId="{5E12C030-2D8B-4479-B66F-82CC6417F1DA}" type="presOf" srcId="{BF2CC944-3BC4-4F39-A5CF-F743712EAE85}" destId="{F4FE56B5-76D1-4D04-A1AB-73DFAF6FCFC5}" srcOrd="0" destOrd="0" presId="urn:microsoft.com/office/officeart/2005/8/layout/vList2"/>
    <dgm:cxn modelId="{8E5CE131-1320-4D4D-B8E0-333024628326}" srcId="{A5F614FE-4313-4AE2-8A9F-FCF34706A6A3}" destId="{71F7AEC5-F4F0-412B-B2B3-B5B57A236D56}" srcOrd="3" destOrd="0" parTransId="{7B32333A-FD41-4C85-A965-04B676350ECC}" sibTransId="{BF4BF105-5317-477C-AA17-A876683EEF5A}"/>
    <dgm:cxn modelId="{25845034-268A-4483-B651-AF00CE449F0F}" type="presOf" srcId="{78342345-33E4-4915-AFC1-CBA8C351F518}" destId="{CBD2F9D8-946B-42F1-86D6-3EA3D756A941}" srcOrd="0" destOrd="0" presId="urn:microsoft.com/office/officeart/2005/8/layout/vList2"/>
    <dgm:cxn modelId="{8C6FE35C-1F2B-4B89-AD01-5A06B13A7C2E}" srcId="{A5F614FE-4313-4AE2-8A9F-FCF34706A6A3}" destId="{BF2CC944-3BC4-4F39-A5CF-F743712EAE85}" srcOrd="0" destOrd="0" parTransId="{6EC92E52-F3CA-4A6C-ADF5-34370FDCEF80}" sibTransId="{F412BB57-6980-4874-B9F4-50DA66921D11}"/>
    <dgm:cxn modelId="{67BA5547-7279-4A7C-8D00-C9A683164F0C}" srcId="{A5F614FE-4313-4AE2-8A9F-FCF34706A6A3}" destId="{8DC17F9F-74D3-4528-A30E-C7C9757D29A1}" srcOrd="1" destOrd="0" parTransId="{9566C675-962B-47B3-AAF7-FAFFCAC6E55C}" sibTransId="{5C067A0C-CDA8-4EC6-A374-C5465FB4A0D7}"/>
    <dgm:cxn modelId="{84E07956-2449-4B87-8D3F-9C6DAF689819}" srcId="{A5F614FE-4313-4AE2-8A9F-FCF34706A6A3}" destId="{2C5AB12E-730F-4E53-ADD5-3FEDE0FA43E4}" srcOrd="4" destOrd="0" parTransId="{88BDAB30-67C8-466A-8BD8-09AAB1399CDA}" sibTransId="{8C43CE24-2B26-4233-9836-4AB7A1E98CF2}"/>
    <dgm:cxn modelId="{0A479579-1EB3-4AF6-9F3D-7D304F597ADB}" type="presOf" srcId="{8DC17F9F-74D3-4528-A30E-C7C9757D29A1}" destId="{1A14D08C-93E6-4277-AF4E-0B67D043BE5D}" srcOrd="0" destOrd="0" presId="urn:microsoft.com/office/officeart/2005/8/layout/vList2"/>
    <dgm:cxn modelId="{9BE70C5A-0E35-469C-A1A3-B45261138AF3}" srcId="{A5F614FE-4313-4AE2-8A9F-FCF34706A6A3}" destId="{8F6E8620-541D-421B-AAFA-748CA34EB608}" srcOrd="6" destOrd="0" parTransId="{12D61D9E-B112-4756-A77E-47676AF3ACB9}" sibTransId="{9B6D580F-D910-4350-8F45-3C9371286723}"/>
    <dgm:cxn modelId="{E62B6A5A-059A-4A10-ADE0-716EEB251859}" srcId="{A5F614FE-4313-4AE2-8A9F-FCF34706A6A3}" destId="{78342345-33E4-4915-AFC1-CBA8C351F518}" srcOrd="5" destOrd="0" parTransId="{C3682015-03A9-4A80-8061-0CC7D0936C35}" sibTransId="{DEC40DC1-8C6C-4A46-9C60-0DD0A0C6DC82}"/>
    <dgm:cxn modelId="{F3819B8D-1F69-4312-84BA-F156C04CB2E2}" type="presOf" srcId="{8F6E8620-541D-421B-AAFA-748CA34EB608}" destId="{449F2B61-3DEB-487A-BBFE-0A54CA1F86DD}" srcOrd="0" destOrd="0" presId="urn:microsoft.com/office/officeart/2005/8/layout/vList2"/>
    <dgm:cxn modelId="{2435F290-3AE3-4281-AAC2-B2D6A5A8EB81}" type="presOf" srcId="{7E905177-43AC-4D08-9B45-CDE22DA9882C}" destId="{63A60E88-F39E-4B70-9E6D-E16BEF1711E1}" srcOrd="0" destOrd="0" presId="urn:microsoft.com/office/officeart/2005/8/layout/vList2"/>
    <dgm:cxn modelId="{08446EB0-ED0C-476E-BC4B-69AA8CF4CEE3}" type="presOf" srcId="{71F7AEC5-F4F0-412B-B2B3-B5B57A236D56}" destId="{9592C529-C59F-493A-A19D-0B1D2F1D5245}" srcOrd="0" destOrd="0" presId="urn:microsoft.com/office/officeart/2005/8/layout/vList2"/>
    <dgm:cxn modelId="{478A0FDC-5199-4A5B-8A23-7E0E2E979EA5}" srcId="{A5F614FE-4313-4AE2-8A9F-FCF34706A6A3}" destId="{7E905177-43AC-4D08-9B45-CDE22DA9882C}" srcOrd="2" destOrd="0" parTransId="{BE070A80-7DE7-471A-A96F-30E63DD40280}" sibTransId="{ACC71F7A-3F24-45A7-BD74-BE44FFA5972B}"/>
    <dgm:cxn modelId="{0393FAD4-FCAF-411C-9BB5-33B902E62E53}" type="presParOf" srcId="{6A175E11-6327-4D81-8FE9-3EA04F2EE32A}" destId="{F4FE56B5-76D1-4D04-A1AB-73DFAF6FCFC5}" srcOrd="0" destOrd="0" presId="urn:microsoft.com/office/officeart/2005/8/layout/vList2"/>
    <dgm:cxn modelId="{5C3296A1-246D-4B10-94FC-CA407F06003E}" type="presParOf" srcId="{6A175E11-6327-4D81-8FE9-3EA04F2EE32A}" destId="{BB024397-C474-452B-AF22-9CDED51991B8}" srcOrd="1" destOrd="0" presId="urn:microsoft.com/office/officeart/2005/8/layout/vList2"/>
    <dgm:cxn modelId="{CF8B05FA-E893-45DA-AE90-99001C3442C7}" type="presParOf" srcId="{6A175E11-6327-4D81-8FE9-3EA04F2EE32A}" destId="{1A14D08C-93E6-4277-AF4E-0B67D043BE5D}" srcOrd="2" destOrd="0" presId="urn:microsoft.com/office/officeart/2005/8/layout/vList2"/>
    <dgm:cxn modelId="{16FF9C7B-B106-485B-90B5-2497C476E44F}" type="presParOf" srcId="{6A175E11-6327-4D81-8FE9-3EA04F2EE32A}" destId="{A8458FE5-4CC7-4BFE-A6E1-BE42C1D55938}" srcOrd="3" destOrd="0" presId="urn:microsoft.com/office/officeart/2005/8/layout/vList2"/>
    <dgm:cxn modelId="{00847BD0-D771-450A-A306-1DF04A427E57}" type="presParOf" srcId="{6A175E11-6327-4D81-8FE9-3EA04F2EE32A}" destId="{63A60E88-F39E-4B70-9E6D-E16BEF1711E1}" srcOrd="4" destOrd="0" presId="urn:microsoft.com/office/officeart/2005/8/layout/vList2"/>
    <dgm:cxn modelId="{7B4CC80E-FF4A-469A-9B7E-EAFA588913C6}" type="presParOf" srcId="{6A175E11-6327-4D81-8FE9-3EA04F2EE32A}" destId="{456EDCDA-9CE5-4D24-B8D2-95AB344BA183}" srcOrd="5" destOrd="0" presId="urn:microsoft.com/office/officeart/2005/8/layout/vList2"/>
    <dgm:cxn modelId="{1815E59C-FDED-4E0D-BD43-D6FE787AA828}" type="presParOf" srcId="{6A175E11-6327-4D81-8FE9-3EA04F2EE32A}" destId="{9592C529-C59F-493A-A19D-0B1D2F1D5245}" srcOrd="6" destOrd="0" presId="urn:microsoft.com/office/officeart/2005/8/layout/vList2"/>
    <dgm:cxn modelId="{2B8D2FBB-FA07-4966-9011-E7DE65820535}" type="presParOf" srcId="{6A175E11-6327-4D81-8FE9-3EA04F2EE32A}" destId="{64B841E5-0109-4DCC-8892-DD1D13897EA2}" srcOrd="7" destOrd="0" presId="urn:microsoft.com/office/officeart/2005/8/layout/vList2"/>
    <dgm:cxn modelId="{8420301B-A5A4-4713-9493-EA89D6369014}" type="presParOf" srcId="{6A175E11-6327-4D81-8FE9-3EA04F2EE32A}" destId="{79F3E353-B51B-4FC6-956C-BA788E25A5F5}" srcOrd="8" destOrd="0" presId="urn:microsoft.com/office/officeart/2005/8/layout/vList2"/>
    <dgm:cxn modelId="{48C66C78-9D8D-4045-B40B-2D1CC4B87C4A}" type="presParOf" srcId="{6A175E11-6327-4D81-8FE9-3EA04F2EE32A}" destId="{74D0DE5F-33FB-40CD-B975-BE3D130C9311}" srcOrd="9" destOrd="0" presId="urn:microsoft.com/office/officeart/2005/8/layout/vList2"/>
    <dgm:cxn modelId="{21A28E03-7AB2-4AA9-AA9E-1263953B3965}" type="presParOf" srcId="{6A175E11-6327-4D81-8FE9-3EA04F2EE32A}" destId="{CBD2F9D8-946B-42F1-86D6-3EA3D756A941}" srcOrd="10" destOrd="0" presId="urn:microsoft.com/office/officeart/2005/8/layout/vList2"/>
    <dgm:cxn modelId="{F6F4D5CC-00CA-461E-B573-AF24F58BEB27}" type="presParOf" srcId="{6A175E11-6327-4D81-8FE9-3EA04F2EE32A}" destId="{DC7E92F8-E830-4209-9C7A-611D10D32F71}" srcOrd="11" destOrd="0" presId="urn:microsoft.com/office/officeart/2005/8/layout/vList2"/>
    <dgm:cxn modelId="{E8AD79C7-788A-484A-89F3-50D587D7C53B}" type="presParOf" srcId="{6A175E11-6327-4D81-8FE9-3EA04F2EE32A}" destId="{449F2B61-3DEB-487A-BBFE-0A54CA1F86DD}" srcOrd="12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5FD6F8-B905-4408-9FFC-C045693EA5AC}">
      <dsp:nvSpPr>
        <dsp:cNvPr id="0" name=""/>
        <dsp:cNvSpPr/>
      </dsp:nvSpPr>
      <dsp:spPr>
        <a:xfrm rot="5400000">
          <a:off x="5345660" y="-3077791"/>
          <a:ext cx="1331991" cy="7487697"/>
        </a:xfrm>
        <a:prstGeom prst="round2SameRect">
          <a:avLst/>
        </a:prstGeom>
        <a:solidFill>
          <a:srgbClr val="D4F3CF">
            <a:alpha val="89804"/>
          </a:srgbClr>
        </a:solidFill>
        <a:ln w="12700" cap="flat" cmpd="sng" algn="ctr">
          <a:solidFill>
            <a:srgbClr val="044014">
              <a:alpha val="9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Singleton			| </a:t>
          </a:r>
          <a:r>
            <a:rPr lang="en-US" sz="1300" kern="12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Controllers, Services, Repositories</a:t>
          </a:r>
          <a:endParaRPr lang="en-IN" sz="1300" kern="12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Dependency Injection	| </a:t>
          </a:r>
          <a:r>
            <a:rPr lang="en-US" sz="1300" kern="12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Dependencies injected into constructors at runtime</a:t>
          </a:r>
          <a:endParaRPr lang="en-IN" sz="1300" kern="12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Factory			| </a:t>
          </a:r>
          <a:r>
            <a:rPr lang="en-US" sz="1300" kern="1200" dirty="0" err="1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WebApplicationContext</a:t>
          </a:r>
          <a:r>
            <a:rPr lang="en-US" sz="1300" kern="12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--&gt; lifecycle management</a:t>
          </a:r>
          <a:endParaRPr lang="en-IN" sz="1300" kern="12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Builder			| </a:t>
          </a:r>
          <a:r>
            <a:rPr lang="en-US" sz="1300" kern="12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Complex objects built and forwarded cleanly</a:t>
          </a:r>
          <a:endParaRPr lang="en-IN" sz="1500" kern="12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sp:txBody>
      <dsp:txXfrm rot="-5400000">
        <a:off x="2267807" y="65084"/>
        <a:ext cx="7422675" cy="1201947"/>
      </dsp:txXfrm>
    </dsp:sp>
    <dsp:sp modelId="{84191146-716A-4452-8F02-573658E008FF}">
      <dsp:nvSpPr>
        <dsp:cNvPr id="0" name=""/>
        <dsp:cNvSpPr/>
      </dsp:nvSpPr>
      <dsp:spPr>
        <a:xfrm>
          <a:off x="302894" y="92745"/>
          <a:ext cx="1964912" cy="1146622"/>
        </a:xfrm>
        <a:prstGeom prst="roundRect">
          <a:avLst/>
        </a:prstGeom>
        <a:solidFill>
          <a:srgbClr val="044014"/>
        </a:solidFill>
        <a:ln w="28575" cap="flat" cmpd="sng" algn="ctr">
          <a:solidFill>
            <a:srgbClr val="8AD97C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kern="1200" dirty="0">
              <a:solidFill>
                <a:schemeClr val="bg1"/>
              </a:solidFill>
              <a:latin typeface="Fidelity Sans" panose="020B0503030202020204" pitchFamily="34" charset="0"/>
            </a:rPr>
            <a:t>Creational</a:t>
          </a:r>
        </a:p>
      </dsp:txBody>
      <dsp:txXfrm>
        <a:off x="358867" y="148718"/>
        <a:ext cx="1852966" cy="1034676"/>
      </dsp:txXfrm>
    </dsp:sp>
    <dsp:sp modelId="{F46EC486-37AF-4D81-BC63-EEE59A861202}">
      <dsp:nvSpPr>
        <dsp:cNvPr id="0" name=""/>
        <dsp:cNvSpPr/>
      </dsp:nvSpPr>
      <dsp:spPr>
        <a:xfrm rot="5400000">
          <a:off x="5345660" y="-1665634"/>
          <a:ext cx="1331991" cy="7487697"/>
        </a:xfrm>
        <a:prstGeom prst="round2SameRect">
          <a:avLst/>
        </a:prstGeom>
        <a:solidFill>
          <a:srgbClr val="DAEBFF">
            <a:alpha val="89804"/>
          </a:srgbClr>
        </a:solidFill>
        <a:ln w="12700" cap="flat" cmpd="sng" algn="ctr">
          <a:solidFill>
            <a:srgbClr val="132454">
              <a:alpha val="9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Proxy                                          	| </a:t>
          </a:r>
          <a:r>
            <a:rPr lang="en-US" sz="1300" kern="12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Dynamic proxies for AOP</a:t>
          </a:r>
          <a:endParaRPr lang="en-IN" sz="1500" kern="12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Decorator			| </a:t>
          </a:r>
          <a:r>
            <a:rPr lang="en-US" sz="1300" kern="12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@Transactional, @PreAuthorize act at runtime</a:t>
          </a:r>
          <a:endParaRPr lang="en-IN" sz="1300" kern="12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Facade			| </a:t>
          </a:r>
          <a:r>
            <a:rPr lang="en-US" sz="1300" kern="12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Controllers serve as facades</a:t>
          </a:r>
          <a:endParaRPr lang="en-IN" sz="1300" kern="12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Composite			| </a:t>
          </a:r>
          <a:r>
            <a:rPr lang="en-US" sz="1300" kern="12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Hierarchical composite tree of standalone components</a:t>
          </a:r>
          <a:endParaRPr lang="en-IN" sz="1300" kern="12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Adapter			| </a:t>
          </a:r>
          <a:r>
            <a:rPr lang="en-US" sz="1300" kern="1200" dirty="0" err="1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CustomDatePipe</a:t>
          </a:r>
          <a:endParaRPr lang="en-IN" sz="1300" kern="12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sp:txBody>
      <dsp:txXfrm rot="-5400000">
        <a:off x="2267807" y="1477241"/>
        <a:ext cx="7422675" cy="1201947"/>
      </dsp:txXfrm>
    </dsp:sp>
    <dsp:sp modelId="{10346324-94D9-48C9-84BC-69314B7EA66D}">
      <dsp:nvSpPr>
        <dsp:cNvPr id="0" name=""/>
        <dsp:cNvSpPr/>
      </dsp:nvSpPr>
      <dsp:spPr>
        <a:xfrm>
          <a:off x="302894" y="1504902"/>
          <a:ext cx="1964912" cy="1146622"/>
        </a:xfrm>
        <a:prstGeom prst="roundRect">
          <a:avLst/>
        </a:prstGeom>
        <a:solidFill>
          <a:srgbClr val="132454"/>
        </a:solidFill>
        <a:ln w="28575" cap="flat" cmpd="sng" algn="ctr">
          <a:solidFill>
            <a:srgbClr val="8CC1FD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schemeClr val="bg1"/>
              </a:solidFill>
              <a:latin typeface="Fidelity Sans" panose="020B0503030202020204" pitchFamily="34" charset="0"/>
            </a:rPr>
            <a:t>Structural</a:t>
          </a:r>
          <a:endParaRPr lang="en-IN" sz="2400" b="0" kern="1200" dirty="0">
            <a:solidFill>
              <a:schemeClr val="bg1"/>
            </a:solidFill>
            <a:latin typeface="Fidelity Sans" panose="020B0503030202020204" pitchFamily="34" charset="0"/>
          </a:endParaRPr>
        </a:p>
      </dsp:txBody>
      <dsp:txXfrm>
        <a:off x="358867" y="1560875"/>
        <a:ext cx="1852966" cy="1034676"/>
      </dsp:txXfrm>
    </dsp:sp>
    <dsp:sp modelId="{1528E147-29A7-49BC-873D-932CCC22D024}">
      <dsp:nvSpPr>
        <dsp:cNvPr id="0" name=""/>
        <dsp:cNvSpPr/>
      </dsp:nvSpPr>
      <dsp:spPr>
        <a:xfrm rot="5400000">
          <a:off x="5345660" y="-253478"/>
          <a:ext cx="1331991" cy="7487697"/>
        </a:xfrm>
        <a:prstGeom prst="round2SameRect">
          <a:avLst/>
        </a:prstGeom>
        <a:solidFill>
          <a:srgbClr val="51F7D5">
            <a:alpha val="89804"/>
          </a:srgbClr>
        </a:solidFill>
        <a:ln w="12700" cap="flat" cmpd="sng" algn="ctr">
          <a:solidFill>
            <a:srgbClr val="058070">
              <a:alpha val="9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Observer			| </a:t>
          </a:r>
          <a:r>
            <a:rPr lang="en-US" sz="1300" kern="12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Observable, Subject, EventEmitter for reactive UI</a:t>
          </a:r>
          <a:endParaRPr lang="en-IN" sz="1300" kern="12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Strategy			| </a:t>
          </a:r>
          <a:r>
            <a:rPr lang="en-US" sz="1300" kern="1200" dirty="0" err="1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BCrypt</a:t>
          </a:r>
          <a:r>
            <a:rPr lang="en-US" sz="1300" kern="12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Password Encoder</a:t>
          </a:r>
          <a:endParaRPr lang="en-IN" sz="1300" kern="12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Chain of Responsibility	| </a:t>
          </a:r>
          <a:r>
            <a:rPr lang="en-US" sz="1300" kern="12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Security Filter Chain processes requests sequentially</a:t>
          </a:r>
          <a:endParaRPr lang="en-IN" sz="1300" kern="12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Iterator			|</a:t>
          </a:r>
          <a:r>
            <a:rPr lang="en-US" sz="1300" kern="12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Java streams in backend, @for in Angular</a:t>
          </a:r>
          <a:endParaRPr lang="en-IN" sz="1300" kern="12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 Template Method		| </a:t>
          </a:r>
          <a:r>
            <a:rPr lang="en-US" sz="1300" kern="1200" dirty="0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Custom logic in template methods like </a:t>
          </a:r>
          <a:r>
            <a:rPr lang="en-US" sz="1300" kern="1200" dirty="0" err="1">
              <a:solidFill>
                <a:schemeClr val="tx2">
                  <a:lumMod val="95000"/>
                  <a:lumOff val="5000"/>
                </a:schemeClr>
              </a:solidFill>
              <a:latin typeface="Fidelity Sans" panose="020B0503030202020204" pitchFamily="34" charset="0"/>
            </a:rPr>
            <a:t>ngOnInit</a:t>
          </a:r>
          <a:endParaRPr lang="en-IN" sz="1300" kern="1200" dirty="0">
            <a:solidFill>
              <a:schemeClr val="tx2">
                <a:lumMod val="95000"/>
                <a:lumOff val="5000"/>
              </a:schemeClr>
            </a:solidFill>
            <a:latin typeface="Fidelity Sans" panose="020B0503030202020204" pitchFamily="34" charset="0"/>
          </a:endParaRPr>
        </a:p>
      </dsp:txBody>
      <dsp:txXfrm rot="-5400000">
        <a:off x="2267807" y="2889397"/>
        <a:ext cx="7422675" cy="1201947"/>
      </dsp:txXfrm>
    </dsp:sp>
    <dsp:sp modelId="{142F63F5-7D1F-4CDE-8DCD-7EA330B75EE5}">
      <dsp:nvSpPr>
        <dsp:cNvPr id="0" name=""/>
        <dsp:cNvSpPr/>
      </dsp:nvSpPr>
      <dsp:spPr>
        <a:xfrm>
          <a:off x="302894" y="2917059"/>
          <a:ext cx="1964912" cy="1146622"/>
        </a:xfrm>
        <a:prstGeom prst="roundRect">
          <a:avLst/>
        </a:prstGeom>
        <a:solidFill>
          <a:srgbClr val="058070"/>
        </a:solidFill>
        <a:ln w="28575" cap="flat" cmpd="sng" algn="ctr">
          <a:solidFill>
            <a:srgbClr val="51F7D5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schemeClr val="bg1"/>
              </a:solidFill>
              <a:latin typeface="Fidelity Sans" panose="020B0503030202020204" pitchFamily="34" charset="0"/>
            </a:rPr>
            <a:t>Behavioral</a:t>
          </a:r>
          <a:endParaRPr lang="en-IN" sz="2400" b="0" kern="1200" dirty="0">
            <a:solidFill>
              <a:schemeClr val="bg1"/>
            </a:solidFill>
            <a:latin typeface="Fidelity Sans" panose="020B0503030202020204" pitchFamily="34" charset="0"/>
          </a:endParaRPr>
        </a:p>
      </dsp:txBody>
      <dsp:txXfrm>
        <a:off x="358867" y="2973032"/>
        <a:ext cx="1852966" cy="10346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3C9BF5-6A1E-40EB-A810-AB30ACC800D4}">
      <dsp:nvSpPr>
        <dsp:cNvPr id="0" name=""/>
        <dsp:cNvSpPr/>
      </dsp:nvSpPr>
      <dsp:spPr>
        <a:xfrm>
          <a:off x="116757" y="0"/>
          <a:ext cx="4186084" cy="4186084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rgbClr val="BBEBB2"/>
        </a:solidFill>
        <a:ln w="28575">
          <a:solidFill>
            <a:srgbClr val="65C754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C562D1D-874F-4E94-B3F0-6B2749C80755}">
      <dsp:nvSpPr>
        <dsp:cNvPr id="0" name=""/>
        <dsp:cNvSpPr/>
      </dsp:nvSpPr>
      <dsp:spPr>
        <a:xfrm>
          <a:off x="388853" y="272095"/>
          <a:ext cx="1674433" cy="1674433"/>
        </a:xfrm>
        <a:prstGeom prst="roundRect">
          <a:avLst/>
        </a:prstGeom>
        <a:solidFill>
          <a:srgbClr val="368727"/>
        </a:solidFill>
        <a:ln w="28575">
          <a:solidFill>
            <a:srgbClr val="1E6F1D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Fidelity Sans" panose="020B0503030202020204" pitchFamily="34" charset="0"/>
            </a:rPr>
            <a:t>Unique Identity for Each User</a:t>
          </a:r>
          <a:endParaRPr lang="en-IN" sz="1800" kern="1200" dirty="0">
            <a:latin typeface="Fidelity Sans" panose="020B0503030202020204" pitchFamily="34" charset="0"/>
          </a:endParaRPr>
        </a:p>
      </dsp:txBody>
      <dsp:txXfrm>
        <a:off x="470592" y="353834"/>
        <a:ext cx="1510955" cy="1510955"/>
      </dsp:txXfrm>
    </dsp:sp>
    <dsp:sp modelId="{5085A622-5DF8-486D-8AE9-AEC2F466AC5F}">
      <dsp:nvSpPr>
        <dsp:cNvPr id="0" name=""/>
        <dsp:cNvSpPr/>
      </dsp:nvSpPr>
      <dsp:spPr>
        <a:xfrm>
          <a:off x="2356312" y="272095"/>
          <a:ext cx="1674433" cy="1674433"/>
        </a:xfrm>
        <a:prstGeom prst="roundRect">
          <a:avLst/>
        </a:prstGeom>
        <a:solidFill>
          <a:srgbClr val="368727"/>
        </a:solidFill>
        <a:ln w="28575">
          <a:solidFill>
            <a:srgbClr val="1E6F1D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Fidelity Sans" panose="020B0503030202020204" pitchFamily="34" charset="0"/>
            </a:rPr>
            <a:t>Single User with Multiple Account Tyes</a:t>
          </a:r>
          <a:endParaRPr lang="en-IN" sz="1800" kern="1200" dirty="0">
            <a:latin typeface="Fidelity Sans" panose="020B0503030202020204" pitchFamily="34" charset="0"/>
          </a:endParaRPr>
        </a:p>
      </dsp:txBody>
      <dsp:txXfrm>
        <a:off x="2438051" y="353834"/>
        <a:ext cx="1510955" cy="1510955"/>
      </dsp:txXfrm>
    </dsp:sp>
    <dsp:sp modelId="{A0AB2F11-118F-41B5-BEBC-829E65EC1377}">
      <dsp:nvSpPr>
        <dsp:cNvPr id="0" name=""/>
        <dsp:cNvSpPr/>
      </dsp:nvSpPr>
      <dsp:spPr>
        <a:xfrm>
          <a:off x="388853" y="2239554"/>
          <a:ext cx="1674433" cy="1674433"/>
        </a:xfrm>
        <a:prstGeom prst="roundRect">
          <a:avLst/>
        </a:prstGeom>
        <a:solidFill>
          <a:srgbClr val="368727"/>
        </a:solidFill>
        <a:ln w="28575">
          <a:solidFill>
            <a:srgbClr val="1E6F1D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Fidelity Sans" panose="020B0503030202020204" pitchFamily="34" charset="0"/>
            </a:rPr>
            <a:t>Auto-Linking during Admin Approval</a:t>
          </a:r>
          <a:endParaRPr lang="en-IN" sz="1800" kern="1200" dirty="0">
            <a:latin typeface="Fidelity Sans" panose="020B0503030202020204" pitchFamily="34" charset="0"/>
          </a:endParaRPr>
        </a:p>
      </dsp:txBody>
      <dsp:txXfrm>
        <a:off x="470592" y="2321293"/>
        <a:ext cx="1510955" cy="1510955"/>
      </dsp:txXfrm>
    </dsp:sp>
    <dsp:sp modelId="{CD0B5AFF-DBA3-475D-9093-DE2A8DD7D6B6}">
      <dsp:nvSpPr>
        <dsp:cNvPr id="0" name=""/>
        <dsp:cNvSpPr/>
      </dsp:nvSpPr>
      <dsp:spPr>
        <a:xfrm>
          <a:off x="2356312" y="2239554"/>
          <a:ext cx="1674433" cy="1674433"/>
        </a:xfrm>
        <a:prstGeom prst="roundRect">
          <a:avLst/>
        </a:prstGeom>
        <a:solidFill>
          <a:srgbClr val="368727"/>
        </a:solidFill>
        <a:ln w="28575">
          <a:solidFill>
            <a:srgbClr val="1E6F1D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Fidelity Sans" panose="020B0503030202020204" pitchFamily="34" charset="0"/>
            </a:rPr>
            <a:t>Singular Dashboard to Access All Account Types</a:t>
          </a:r>
          <a:endParaRPr lang="en-IN" sz="1800" kern="1200" dirty="0">
            <a:latin typeface="Fidelity Sans" panose="020B0503030202020204" pitchFamily="34" charset="0"/>
          </a:endParaRPr>
        </a:p>
      </dsp:txBody>
      <dsp:txXfrm>
        <a:off x="2438051" y="2321293"/>
        <a:ext cx="1510955" cy="15109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2FB8CC-FE77-43E3-BFE5-7B2A6DDA329C}">
      <dsp:nvSpPr>
        <dsp:cNvPr id="0" name=""/>
        <dsp:cNvSpPr/>
      </dsp:nvSpPr>
      <dsp:spPr>
        <a:xfrm>
          <a:off x="0" y="0"/>
          <a:ext cx="4419600" cy="1308151"/>
        </a:xfrm>
        <a:prstGeom prst="roundRect">
          <a:avLst>
            <a:gd name="adj" fmla="val 10000"/>
          </a:avLst>
        </a:prstGeom>
        <a:solidFill>
          <a:srgbClr val="2751C2">
            <a:alpha val="49804"/>
          </a:srgbClr>
        </a:solidFill>
        <a:ln w="28575" cap="flat" cmpd="sng" algn="ctr">
          <a:solidFill>
            <a:srgbClr val="132454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/>
              </a:solidFill>
              <a:latin typeface="Fidelity Sans" panose="020B0503030202020204" pitchFamily="34" charset="0"/>
            </a:rPr>
            <a:t>Contextual Self-Transfer UI for users with multiple accounts </a:t>
          </a:r>
          <a:endParaRPr lang="en-IN" sz="2400" kern="1200" dirty="0">
            <a:solidFill>
              <a:schemeClr val="tx2"/>
            </a:solidFill>
            <a:latin typeface="Fidelity Sans" panose="020B0503030202020204" pitchFamily="34" charset="0"/>
          </a:endParaRPr>
        </a:p>
      </dsp:txBody>
      <dsp:txXfrm>
        <a:off x="1014735" y="0"/>
        <a:ext cx="3404864" cy="1308151"/>
      </dsp:txXfrm>
    </dsp:sp>
    <dsp:sp modelId="{BACF7C87-8B6A-44D3-BF6E-49FC66BF38D9}">
      <dsp:nvSpPr>
        <dsp:cNvPr id="0" name=""/>
        <dsp:cNvSpPr/>
      </dsp:nvSpPr>
      <dsp:spPr>
        <a:xfrm>
          <a:off x="130815" y="130815"/>
          <a:ext cx="883920" cy="104652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-9000" r="-9000"/>
          </a:stretch>
        </a:blipFill>
        <a:ln w="28575" cap="flat" cmpd="sng" algn="ctr">
          <a:solidFill>
            <a:srgbClr val="132454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0EA290-A98A-43DF-97E3-43DD009E9A29}">
      <dsp:nvSpPr>
        <dsp:cNvPr id="0" name=""/>
        <dsp:cNvSpPr/>
      </dsp:nvSpPr>
      <dsp:spPr>
        <a:xfrm>
          <a:off x="0" y="1438966"/>
          <a:ext cx="4419600" cy="1308151"/>
        </a:xfrm>
        <a:prstGeom prst="roundRect">
          <a:avLst>
            <a:gd name="adj" fmla="val 10000"/>
          </a:avLst>
        </a:prstGeom>
        <a:solidFill>
          <a:srgbClr val="2751C2">
            <a:alpha val="49804"/>
          </a:srgbClr>
        </a:solidFill>
        <a:ln w="28575" cap="flat" cmpd="sng" algn="ctr">
          <a:solidFill>
            <a:srgbClr val="132454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/>
              </a:solidFill>
              <a:latin typeface="Fidelity Sans" panose="020B0503030202020204" pitchFamily="34" charset="0"/>
            </a:rPr>
            <a:t>New Self-Transfer Transaction Type</a:t>
          </a:r>
          <a:endParaRPr lang="en-IN" sz="2400" kern="1200" dirty="0">
            <a:solidFill>
              <a:schemeClr val="tx2"/>
            </a:solidFill>
            <a:latin typeface="Fidelity Sans" panose="020B0503030202020204" pitchFamily="34" charset="0"/>
          </a:endParaRPr>
        </a:p>
      </dsp:txBody>
      <dsp:txXfrm>
        <a:off x="1014735" y="1438966"/>
        <a:ext cx="3404864" cy="1308151"/>
      </dsp:txXfrm>
    </dsp:sp>
    <dsp:sp modelId="{D8C57E84-C593-4DCA-84E1-23423D9DEB9E}">
      <dsp:nvSpPr>
        <dsp:cNvPr id="0" name=""/>
        <dsp:cNvSpPr/>
      </dsp:nvSpPr>
      <dsp:spPr>
        <a:xfrm>
          <a:off x="130815" y="1569781"/>
          <a:ext cx="883920" cy="104652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9000" r="-9000"/>
          </a:stretch>
        </a:blipFill>
        <a:ln w="28575" cap="flat" cmpd="sng" algn="ctr">
          <a:solidFill>
            <a:srgbClr val="132454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8A5339-0338-412A-BCC4-86252CA8F193}">
      <dsp:nvSpPr>
        <dsp:cNvPr id="0" name=""/>
        <dsp:cNvSpPr/>
      </dsp:nvSpPr>
      <dsp:spPr>
        <a:xfrm>
          <a:off x="0" y="2877932"/>
          <a:ext cx="4419600" cy="1308151"/>
        </a:xfrm>
        <a:prstGeom prst="roundRect">
          <a:avLst>
            <a:gd name="adj" fmla="val 10000"/>
          </a:avLst>
        </a:prstGeom>
        <a:solidFill>
          <a:srgbClr val="2751C2">
            <a:alpha val="49804"/>
          </a:srgbClr>
        </a:solidFill>
        <a:ln w="28575" cap="flat" cmpd="sng" algn="ctr">
          <a:solidFill>
            <a:srgbClr val="132454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/>
              </a:solidFill>
              <a:latin typeface="Fidelity Sans" panose="020B0503030202020204" pitchFamily="34" charset="0"/>
            </a:rPr>
            <a:t>Accounts Linked by Group ID (</a:t>
          </a:r>
          <a:r>
            <a:rPr lang="en-IN" sz="2400" kern="1200" dirty="0">
              <a:solidFill>
                <a:schemeClr val="tx2"/>
              </a:solidFill>
              <a:latin typeface="Fidelity Sans" panose="020B0503030202020204" pitchFamily="34" charset="0"/>
            </a:rPr>
            <a:t>UUID v4)</a:t>
          </a:r>
        </a:p>
      </dsp:txBody>
      <dsp:txXfrm>
        <a:off x="1014735" y="2877932"/>
        <a:ext cx="3404864" cy="1308151"/>
      </dsp:txXfrm>
    </dsp:sp>
    <dsp:sp modelId="{B40C5CC9-D888-4A87-8500-6FD416CBA3EE}">
      <dsp:nvSpPr>
        <dsp:cNvPr id="0" name=""/>
        <dsp:cNvSpPr/>
      </dsp:nvSpPr>
      <dsp:spPr>
        <a:xfrm>
          <a:off x="130815" y="3008747"/>
          <a:ext cx="883920" cy="104652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9000" r="-9000"/>
          </a:stretch>
        </a:blipFill>
        <a:ln w="28575" cap="flat" cmpd="sng" algn="ctr">
          <a:solidFill>
            <a:srgbClr val="132454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FE56B5-76D1-4D04-A1AB-73DFAF6FCFC5}">
      <dsp:nvSpPr>
        <dsp:cNvPr id="0" name=""/>
        <dsp:cNvSpPr/>
      </dsp:nvSpPr>
      <dsp:spPr>
        <a:xfrm>
          <a:off x="0" y="10753"/>
          <a:ext cx="4572000" cy="616882"/>
        </a:xfrm>
        <a:prstGeom prst="roundRect">
          <a:avLst/>
        </a:prstGeom>
        <a:solidFill>
          <a:srgbClr val="368727"/>
        </a:solidFill>
        <a:ln w="28575" cap="flat" cmpd="sng" algn="ctr">
          <a:solidFill>
            <a:srgbClr val="8AD97C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bg1"/>
              </a:solidFill>
              <a:latin typeface="Fidelity Sans" panose="020B0503030202020204" pitchFamily="34" charset="0"/>
            </a:rPr>
            <a:t>Applicable to non-self transfer. </a:t>
          </a:r>
          <a:r>
            <a:rPr lang="en-IN" sz="1300" kern="1200" dirty="0">
              <a:solidFill>
                <a:schemeClr val="bg1"/>
              </a:solidFill>
              <a:latin typeface="Fidelity Sans" panose="020B0503030202020204" pitchFamily="34" charset="0"/>
            </a:rPr>
            <a:t>Transfers to linked accounts not considered</a:t>
          </a:r>
        </a:p>
      </dsp:txBody>
      <dsp:txXfrm>
        <a:off x="30114" y="40867"/>
        <a:ext cx="4511772" cy="556654"/>
      </dsp:txXfrm>
    </dsp:sp>
    <dsp:sp modelId="{1A14D08C-93E6-4277-AF4E-0B67D043BE5D}">
      <dsp:nvSpPr>
        <dsp:cNvPr id="0" name=""/>
        <dsp:cNvSpPr/>
      </dsp:nvSpPr>
      <dsp:spPr>
        <a:xfrm>
          <a:off x="0" y="673716"/>
          <a:ext cx="4572000" cy="616882"/>
        </a:xfrm>
        <a:prstGeom prst="roundRect">
          <a:avLst/>
        </a:prstGeom>
        <a:solidFill>
          <a:srgbClr val="368727"/>
        </a:solidFill>
        <a:ln w="28575" cap="flat" cmpd="sng" algn="ctr">
          <a:solidFill>
            <a:srgbClr val="8AD97C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bg1"/>
              </a:solidFill>
              <a:latin typeface="Fidelity Sans" panose="020B0503030202020204" pitchFamily="34" charset="0"/>
            </a:rPr>
            <a:t>Reward </a:t>
          </a:r>
          <a:r>
            <a:rPr lang="en-US" sz="1300" i="1" kern="1200" dirty="0">
              <a:solidFill>
                <a:schemeClr val="bg1"/>
              </a:solidFill>
              <a:latin typeface="Fidelity Sans" panose="020B0503030202020204" pitchFamily="34" charset="0"/>
            </a:rPr>
            <a:t>R</a:t>
          </a:r>
          <a:r>
            <a:rPr lang="en-US" sz="1300" kern="1200" dirty="0">
              <a:solidFill>
                <a:schemeClr val="bg1"/>
              </a:solidFill>
              <a:latin typeface="Fidelity Sans" panose="020B0503030202020204" pitchFamily="34" charset="0"/>
            </a:rPr>
            <a:t> = Floor(Amount </a:t>
          </a:r>
          <a:r>
            <a:rPr lang="en-US" sz="1300" i="1" kern="1200" dirty="0">
              <a:solidFill>
                <a:schemeClr val="bg1"/>
              </a:solidFill>
              <a:latin typeface="Fidelity Sans" panose="020B0503030202020204" pitchFamily="34" charset="0"/>
            </a:rPr>
            <a:t>A</a:t>
          </a:r>
          <a:r>
            <a:rPr lang="en-US" sz="1300" kern="1200" dirty="0">
              <a:solidFill>
                <a:schemeClr val="bg1"/>
              </a:solidFill>
              <a:latin typeface="Fidelity Sans" panose="020B0503030202020204" pitchFamily="34" charset="0"/>
            </a:rPr>
            <a:t>/100)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i="1" kern="1200" dirty="0">
              <a:solidFill>
                <a:schemeClr val="bg1"/>
              </a:solidFill>
              <a:latin typeface="Fidelity Sans" panose="020B0503030202020204" pitchFamily="34" charset="0"/>
            </a:rPr>
            <a:t>A</a:t>
          </a:r>
          <a:r>
            <a:rPr lang="en-IN" sz="1300" kern="1200" dirty="0">
              <a:solidFill>
                <a:schemeClr val="bg1"/>
              </a:solidFill>
              <a:latin typeface="Fidelity Sans" panose="020B0503030202020204" pitchFamily="34" charset="0"/>
            </a:rPr>
            <a:t> = 100, </a:t>
          </a:r>
          <a:r>
            <a:rPr lang="en-IN" sz="1300" i="1" kern="1200" dirty="0">
              <a:solidFill>
                <a:schemeClr val="bg1"/>
              </a:solidFill>
              <a:latin typeface="Fidelity Sans" panose="020B0503030202020204" pitchFamily="34" charset="0"/>
            </a:rPr>
            <a:t>R</a:t>
          </a:r>
          <a:r>
            <a:rPr lang="en-IN" sz="1300" kern="1200" dirty="0">
              <a:solidFill>
                <a:schemeClr val="bg1"/>
              </a:solidFill>
              <a:latin typeface="Fidelity Sans" panose="020B0503030202020204" pitchFamily="34" charset="0"/>
            </a:rPr>
            <a:t> = 1; </a:t>
          </a:r>
          <a:r>
            <a:rPr lang="en-IN" sz="1300" i="1" kern="1200" dirty="0">
              <a:solidFill>
                <a:schemeClr val="bg1"/>
              </a:solidFill>
              <a:latin typeface="Fidelity Sans" panose="020B0503030202020204" pitchFamily="34" charset="0"/>
            </a:rPr>
            <a:t>A</a:t>
          </a:r>
          <a:r>
            <a:rPr lang="en-IN" sz="1300" kern="1200" dirty="0">
              <a:solidFill>
                <a:schemeClr val="bg1"/>
              </a:solidFill>
              <a:latin typeface="Fidelity Sans" panose="020B0503030202020204" pitchFamily="34" charset="0"/>
            </a:rPr>
            <a:t> = 299, </a:t>
          </a:r>
          <a:r>
            <a:rPr lang="en-IN" sz="1300" i="1" kern="1200" dirty="0">
              <a:solidFill>
                <a:schemeClr val="bg1"/>
              </a:solidFill>
              <a:latin typeface="Fidelity Sans" panose="020B0503030202020204" pitchFamily="34" charset="0"/>
            </a:rPr>
            <a:t>R</a:t>
          </a:r>
          <a:r>
            <a:rPr lang="en-IN" sz="1300" kern="1200" dirty="0">
              <a:solidFill>
                <a:schemeClr val="bg1"/>
              </a:solidFill>
              <a:latin typeface="Fidelity Sans" panose="020B0503030202020204" pitchFamily="34" charset="0"/>
            </a:rPr>
            <a:t> = 2</a:t>
          </a:r>
        </a:p>
      </dsp:txBody>
      <dsp:txXfrm>
        <a:off x="30114" y="703830"/>
        <a:ext cx="4511772" cy="556654"/>
      </dsp:txXfrm>
    </dsp:sp>
    <dsp:sp modelId="{63A60E88-F39E-4B70-9E6D-E16BEF1711E1}">
      <dsp:nvSpPr>
        <dsp:cNvPr id="0" name=""/>
        <dsp:cNvSpPr/>
      </dsp:nvSpPr>
      <dsp:spPr>
        <a:xfrm>
          <a:off x="0" y="1336678"/>
          <a:ext cx="4572000" cy="616882"/>
        </a:xfrm>
        <a:prstGeom prst="roundRect">
          <a:avLst/>
        </a:prstGeom>
        <a:solidFill>
          <a:srgbClr val="368727"/>
        </a:solidFill>
        <a:ln w="28575" cap="flat" cmpd="sng" algn="ctr">
          <a:solidFill>
            <a:srgbClr val="8AD97C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bg1"/>
              </a:solidFill>
              <a:latin typeface="Fidelity Sans" panose="020B0503030202020204" pitchFamily="34" charset="0"/>
            </a:rPr>
            <a:t>If transaction rollback approved, then no rewards</a:t>
          </a:r>
        </a:p>
      </dsp:txBody>
      <dsp:txXfrm>
        <a:off x="30114" y="1366792"/>
        <a:ext cx="4511772" cy="556654"/>
      </dsp:txXfrm>
    </dsp:sp>
    <dsp:sp modelId="{9592C529-C59F-493A-A19D-0B1D2F1D5245}">
      <dsp:nvSpPr>
        <dsp:cNvPr id="0" name=""/>
        <dsp:cNvSpPr/>
      </dsp:nvSpPr>
      <dsp:spPr>
        <a:xfrm>
          <a:off x="0" y="1999641"/>
          <a:ext cx="4572000" cy="616882"/>
        </a:xfrm>
        <a:prstGeom prst="roundRect">
          <a:avLst/>
        </a:prstGeom>
        <a:solidFill>
          <a:srgbClr val="368727"/>
        </a:solidFill>
        <a:ln w="28575" cap="flat" cmpd="sng" algn="ctr">
          <a:solidFill>
            <a:srgbClr val="8AD97C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bg1"/>
              </a:solidFill>
              <a:latin typeface="Fidelity Sans" panose="020B0503030202020204" pitchFamily="34" charset="0"/>
            </a:rPr>
            <a:t>Rewards are used in non-self transfers. </a:t>
          </a:r>
          <a:r>
            <a:rPr lang="en-IN" sz="1300" kern="1200" dirty="0">
              <a:solidFill>
                <a:schemeClr val="bg1"/>
              </a:solidFill>
              <a:latin typeface="Fidelity Sans" panose="020B0503030202020204" pitchFamily="34" charset="0"/>
            </a:rPr>
            <a:t>Amount equal to reward points applied is reduced</a:t>
          </a:r>
          <a:endParaRPr lang="en-US" sz="1300" kern="1200" dirty="0">
            <a:solidFill>
              <a:schemeClr val="bg1"/>
            </a:solidFill>
            <a:latin typeface="Fidelity Sans" panose="020B0503030202020204" pitchFamily="34" charset="0"/>
          </a:endParaRPr>
        </a:p>
      </dsp:txBody>
      <dsp:txXfrm>
        <a:off x="30114" y="2029755"/>
        <a:ext cx="4511772" cy="556654"/>
      </dsp:txXfrm>
    </dsp:sp>
    <dsp:sp modelId="{79F3E353-B51B-4FC6-956C-BA788E25A5F5}">
      <dsp:nvSpPr>
        <dsp:cNvPr id="0" name=""/>
        <dsp:cNvSpPr/>
      </dsp:nvSpPr>
      <dsp:spPr>
        <a:xfrm>
          <a:off x="0" y="2662603"/>
          <a:ext cx="4572000" cy="616882"/>
        </a:xfrm>
        <a:prstGeom prst="roundRect">
          <a:avLst/>
        </a:prstGeom>
        <a:solidFill>
          <a:srgbClr val="368727"/>
        </a:solidFill>
        <a:ln w="28575" cap="flat" cmpd="sng" algn="ctr">
          <a:solidFill>
            <a:srgbClr val="8AD97C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>
              <a:solidFill>
                <a:schemeClr val="bg1"/>
              </a:solidFill>
              <a:latin typeface="Fidelity Sans" panose="020B0503030202020204" pitchFamily="34" charset="0"/>
            </a:rPr>
            <a:t>If 100 is sent with 10 reward points applied, 90 is deducted from the wallet. Receiver still gets 100</a:t>
          </a:r>
        </a:p>
      </dsp:txBody>
      <dsp:txXfrm>
        <a:off x="30114" y="2692717"/>
        <a:ext cx="4511772" cy="556654"/>
      </dsp:txXfrm>
    </dsp:sp>
    <dsp:sp modelId="{CBD2F9D8-946B-42F1-86D6-3EA3D756A941}">
      <dsp:nvSpPr>
        <dsp:cNvPr id="0" name=""/>
        <dsp:cNvSpPr/>
      </dsp:nvSpPr>
      <dsp:spPr>
        <a:xfrm>
          <a:off x="0" y="3325566"/>
          <a:ext cx="4572000" cy="616882"/>
        </a:xfrm>
        <a:prstGeom prst="roundRect">
          <a:avLst/>
        </a:prstGeom>
        <a:solidFill>
          <a:srgbClr val="368727"/>
        </a:solidFill>
        <a:ln w="28575" cap="flat" cmpd="sng" algn="ctr">
          <a:solidFill>
            <a:srgbClr val="8AD97C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bg1"/>
              </a:solidFill>
              <a:latin typeface="Fidelity Sans" panose="020B0503030202020204" pitchFamily="34" charset="0"/>
            </a:rPr>
            <a:t>Rewards can be simultaneously used and gained during transfers</a:t>
          </a:r>
          <a:endParaRPr lang="en-IN" sz="1300" kern="1200" dirty="0">
            <a:solidFill>
              <a:schemeClr val="bg1"/>
            </a:solidFill>
          </a:endParaRPr>
        </a:p>
      </dsp:txBody>
      <dsp:txXfrm>
        <a:off x="30114" y="3355680"/>
        <a:ext cx="4511772" cy="556654"/>
      </dsp:txXfrm>
    </dsp:sp>
    <dsp:sp modelId="{449F2B61-3DEB-487A-BBFE-0A54CA1F86DD}">
      <dsp:nvSpPr>
        <dsp:cNvPr id="0" name=""/>
        <dsp:cNvSpPr/>
      </dsp:nvSpPr>
      <dsp:spPr>
        <a:xfrm>
          <a:off x="0" y="3988528"/>
          <a:ext cx="4572000" cy="616882"/>
        </a:xfrm>
        <a:prstGeom prst="roundRect">
          <a:avLst/>
        </a:prstGeom>
        <a:solidFill>
          <a:srgbClr val="368727"/>
        </a:solidFill>
        <a:ln w="28575" cap="flat" cmpd="sng" algn="ctr">
          <a:solidFill>
            <a:srgbClr val="8AD97C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>
              <a:solidFill>
                <a:schemeClr val="bg1"/>
              </a:solidFill>
              <a:latin typeface="Fidelity Sans" panose="020B0503030202020204" pitchFamily="34" charset="0"/>
            </a:rPr>
            <a:t>If rewards are used, rewards gained is computed with Amount = Total Amount transferred – </a:t>
          </a:r>
          <a:r>
            <a:rPr lang="en-IN" sz="1300" kern="1200">
              <a:solidFill>
                <a:schemeClr val="bg1"/>
              </a:solidFill>
              <a:latin typeface="Fidelity Sans" panose="020B0503030202020204" pitchFamily="34" charset="0"/>
            </a:rPr>
            <a:t>Rewards Used</a:t>
          </a:r>
          <a:endParaRPr lang="en-IN" sz="1300" kern="1200" dirty="0">
            <a:solidFill>
              <a:schemeClr val="bg1"/>
            </a:solidFill>
            <a:latin typeface="Fidelity Sans" panose="020B0503030202020204" pitchFamily="34" charset="0"/>
          </a:endParaRPr>
        </a:p>
      </dsp:txBody>
      <dsp:txXfrm>
        <a:off x="30114" y="4018642"/>
        <a:ext cx="4511772" cy="556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9AFDC-7658-4951-B0FF-52DFF2A93C0A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8ED99B-9732-49FC-9C16-B56FEB1B1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626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0824" y="1600200"/>
            <a:ext cx="5945188" cy="30480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0825" y="4898572"/>
            <a:ext cx="5945187" cy="1270453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 cap="none" baseline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E</a:t>
            </a:r>
            <a:r>
              <a:rPr dirty="0"/>
              <a:t>dit Master subtitle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658936" y="4782971"/>
            <a:ext cx="56546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 userDrawn="1"/>
        </p:nvGrpSpPr>
        <p:grpSpPr>
          <a:xfrm>
            <a:off x="7923213" y="0"/>
            <a:ext cx="4265612" cy="6858000"/>
            <a:chOff x="7923213" y="0"/>
            <a:chExt cx="4265612" cy="685800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13" y="0"/>
              <a:ext cx="4265612" cy="6858000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7923213" y="0"/>
              <a:ext cx="1065213" cy="6858000"/>
            </a:xfrm>
            <a:prstGeom prst="rect">
              <a:avLst/>
            </a:prstGeom>
            <a:gradFill flip="none" rotWithShape="1">
              <a:gsLst>
                <a:gs pos="75000">
                  <a:schemeClr val="tx2">
                    <a:alpha val="0"/>
                  </a:schemeClr>
                </a:gs>
                <a:gs pos="100000">
                  <a:schemeClr val="tx2">
                    <a:alpha val="2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6/21/2026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7" name="Straight Connector 6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0" y="2237096"/>
            <a:ext cx="8229601" cy="2411103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2" y="4876800"/>
            <a:ext cx="8229601" cy="129222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none" baseline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11123611" y="0"/>
            <a:ext cx="1065214" cy="6868886"/>
            <a:chOff x="11123611" y="0"/>
            <a:chExt cx="1065214" cy="6868886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123611" y="0"/>
              <a:ext cx="1065213" cy="6858000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11123612" y="10886"/>
              <a:ext cx="1065213" cy="6858000"/>
            </a:xfrm>
            <a:prstGeom prst="rect">
              <a:avLst/>
            </a:prstGeom>
            <a:gradFill flip="none" rotWithShape="1">
              <a:gsLst>
                <a:gs pos="75000">
                  <a:schemeClr val="tx2">
                    <a:alpha val="0"/>
                  </a:schemeClr>
                </a:gs>
                <a:gs pos="100000">
                  <a:schemeClr val="tx2">
                    <a:alpha val="2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6/21/2026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9" name="Straight Connector 8"/>
          <p:cNvCxnSpPr/>
          <p:nvPr/>
        </p:nvCxnSpPr>
        <p:spPr>
          <a:xfrm>
            <a:off x="1658936" y="4782971"/>
            <a:ext cx="80168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8" cy="1219200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8168" y="1984248"/>
            <a:ext cx="4800600" cy="41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1612" y="1984248"/>
            <a:ext cx="4800601" cy="41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6/21/2026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8" name="Straight Connector 7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8" cy="1219200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828800"/>
            <a:ext cx="4800600" cy="8382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743200"/>
            <a:ext cx="4800600" cy="34258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1613" y="1828800"/>
            <a:ext cx="4800600" cy="8382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1613" y="2743200"/>
            <a:ext cx="4800600" cy="34258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6/21/2026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10" name="Straight Connector 9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6/21/2026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6" name="Straight Connector 5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6/21/2026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685800"/>
            <a:ext cx="4114800" cy="192563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4000" b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4414" y="685800"/>
            <a:ext cx="5257799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2895599"/>
            <a:ext cx="4114800" cy="17526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6/21/2026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8" name="Straight Connector 7"/>
          <p:cNvCxnSpPr/>
          <p:nvPr/>
        </p:nvCxnSpPr>
        <p:spPr>
          <a:xfrm>
            <a:off x="1658936" y="2743200"/>
            <a:ext cx="3902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685800"/>
            <a:ext cx="4114800" cy="1925638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000" b="0" i="0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6025925" y="-50118"/>
            <a:ext cx="6172198" cy="6857999"/>
          </a:xfrm>
          <a:solidFill>
            <a:schemeClr val="bg2"/>
          </a:solidFill>
          <a:effectLst>
            <a:outerShdw blurRad="152400" dist="50800" dir="10800000" algn="r" rotWithShape="0">
              <a:prstClr val="black">
                <a:alpha val="25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2895599"/>
            <a:ext cx="4114800" cy="17526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658936" y="2743200"/>
            <a:ext cx="3902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6/21/2026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23412" y="646112"/>
            <a:ext cx="1828801" cy="5522913"/>
          </a:xfrm>
        </p:spPr>
        <p:txBody>
          <a:bodyPr vert="eaVert"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646112"/>
            <a:ext cx="7620000" cy="5522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6/21/2026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7" name="Straight Connector 6"/>
          <p:cNvCxnSpPr/>
          <p:nvPr/>
        </p:nvCxnSpPr>
        <p:spPr>
          <a:xfrm>
            <a:off x="9371012" y="762000"/>
            <a:ext cx="0" cy="533400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9" cy="1219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81200"/>
            <a:ext cx="9829799" cy="4187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5954834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8011" y="6400800"/>
            <a:ext cx="154865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5411" y="6400800"/>
            <a:ext cx="1066802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065213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" y="0"/>
            <a:ext cx="1065213" cy="6858000"/>
          </a:xfrm>
          <a:prstGeom prst="rect">
            <a:avLst/>
          </a:prstGeom>
          <a:gradFill flip="none" rotWithShape="1">
            <a:gsLst>
              <a:gs pos="75000">
                <a:schemeClr val="tx2">
                  <a:alpha val="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1175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0425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3463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5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1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4200/" TargetMode="External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0824" y="1600200"/>
            <a:ext cx="6097587" cy="304800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Fidelity Sans" panose="020B0503030202020204" pitchFamily="34" charset="0"/>
              </a:rPr>
              <a:t>Money Transfer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Fidelity Sans" panose="020B0503030202020204" pitchFamily="34" charset="0"/>
              </a:rPr>
              <a:t>Yuvaraj K</a:t>
            </a:r>
          </a:p>
        </p:txBody>
      </p:sp>
    </p:spTree>
    <p:extLst>
      <p:ext uri="{BB962C8B-B14F-4D97-AF65-F5344CB8AC3E}">
        <p14:creationId xmlns:p14="http://schemas.microsoft.com/office/powerpoint/2010/main" val="2320115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tx2"/>
                </a:solidFill>
                <a:latin typeface="Fidelity Sans" panose="020B0503030202020204" pitchFamily="34" charset="0"/>
              </a:rPr>
              <a:t>Current Features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BE82377-773E-5EB1-E99D-2EEB186F0E5B}"/>
              </a:ext>
            </a:extLst>
          </p:cNvPr>
          <p:cNvGrpSpPr/>
          <p:nvPr/>
        </p:nvGrpSpPr>
        <p:grpSpPr>
          <a:xfrm>
            <a:off x="1303472" y="3198944"/>
            <a:ext cx="3219571" cy="972151"/>
            <a:chOff x="987261" y="2503552"/>
            <a:chExt cx="3219571" cy="1022913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6DEF7BA-6884-EE67-E717-4F6E3F38735C}"/>
                </a:ext>
              </a:extLst>
            </p:cNvPr>
            <p:cNvSpPr/>
            <p:nvPr/>
          </p:nvSpPr>
          <p:spPr>
            <a:xfrm>
              <a:off x="1539832" y="2503552"/>
              <a:ext cx="2667000" cy="1022913"/>
            </a:xfrm>
            <a:prstGeom prst="roundRect">
              <a:avLst/>
            </a:prstGeom>
            <a:solidFill>
              <a:srgbClr val="368727"/>
            </a:solidFill>
            <a:ln w="28575">
              <a:solidFill>
                <a:srgbClr val="1E6F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Fidelity Sans" panose="020B0503030202020204" pitchFamily="34" charset="0"/>
                </a:rPr>
                <a:t>JWT Authentication and Stateless Security</a:t>
              </a:r>
              <a:endParaRPr lang="en-IN" sz="1600" dirty="0">
                <a:latin typeface="Fidelity Sans" panose="020B0503030202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4436075-892B-A889-18F0-5A5298DE8F34}"/>
                </a:ext>
              </a:extLst>
            </p:cNvPr>
            <p:cNvSpPr/>
            <p:nvPr/>
          </p:nvSpPr>
          <p:spPr>
            <a:xfrm>
              <a:off x="987261" y="2663641"/>
              <a:ext cx="640080" cy="640080"/>
            </a:xfrm>
            <a:prstGeom prst="ellipse">
              <a:avLst/>
            </a:prstGeom>
            <a:solidFill>
              <a:srgbClr val="368727"/>
            </a:solidFill>
            <a:ln w="28575">
              <a:solidFill>
                <a:srgbClr val="1E6F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/>
            </a:p>
          </p:txBody>
        </p:sp>
        <p:pic>
          <p:nvPicPr>
            <p:cNvPr id="16" name="Graphic 15" descr="Lock with solid fill">
              <a:extLst>
                <a:ext uri="{FF2B5EF4-FFF2-40B4-BE49-F238E27FC236}">
                  <a16:creationId xmlns:a16="http://schemas.microsoft.com/office/drawing/2014/main" id="{B745A927-4BC7-1A4F-FF1B-98BC93AFBE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78701" y="2755081"/>
              <a:ext cx="457200" cy="457199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E27E0B5-6D1E-FAB3-202C-AEF5785954C0}"/>
              </a:ext>
            </a:extLst>
          </p:cNvPr>
          <p:cNvGrpSpPr/>
          <p:nvPr/>
        </p:nvGrpSpPr>
        <p:grpSpPr>
          <a:xfrm>
            <a:off x="1303472" y="5423191"/>
            <a:ext cx="3219571" cy="1016739"/>
            <a:chOff x="992968" y="2442793"/>
            <a:chExt cx="3219571" cy="1022913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15ABECFC-74A6-3ADC-3AD2-6170D1C13234}"/>
                </a:ext>
              </a:extLst>
            </p:cNvPr>
            <p:cNvSpPr/>
            <p:nvPr/>
          </p:nvSpPr>
          <p:spPr>
            <a:xfrm>
              <a:off x="1545539" y="2442793"/>
              <a:ext cx="2667000" cy="1022913"/>
            </a:xfrm>
            <a:prstGeom prst="roundRect">
              <a:avLst/>
            </a:prstGeom>
            <a:solidFill>
              <a:srgbClr val="D4B3FB"/>
            </a:solidFill>
            <a:ln w="28575">
              <a:solidFill>
                <a:srgbClr val="7332B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2"/>
                  </a:solidFill>
                  <a:latin typeface="Fidelity Sans" panose="020B0503030202020204" pitchFamily="34" charset="0"/>
                </a:rPr>
                <a:t>UI and Endpoints Secured via RBAC</a:t>
              </a:r>
              <a:endParaRPr lang="en-IN" sz="1600" dirty="0">
                <a:solidFill>
                  <a:schemeClr val="tx2"/>
                </a:solidFill>
                <a:latin typeface="Fidelity Sans" panose="020B0503030202020204" pitchFamily="34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D93D6E5-78C8-C9B8-6E73-13652F2F09C2}"/>
                </a:ext>
              </a:extLst>
            </p:cNvPr>
            <p:cNvSpPr/>
            <p:nvPr/>
          </p:nvSpPr>
          <p:spPr>
            <a:xfrm>
              <a:off x="992968" y="2643572"/>
              <a:ext cx="640080" cy="640080"/>
            </a:xfrm>
            <a:prstGeom prst="ellipse">
              <a:avLst/>
            </a:prstGeom>
            <a:solidFill>
              <a:srgbClr val="D4B3FB"/>
            </a:solidFill>
            <a:ln w="28575">
              <a:solidFill>
                <a:srgbClr val="7332B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/>
            </a:p>
          </p:txBody>
        </p:sp>
        <p:pic>
          <p:nvPicPr>
            <p:cNvPr id="26" name="Graphic 25" descr="Target Audience with solid fill">
              <a:extLst>
                <a:ext uri="{FF2B5EF4-FFF2-40B4-BE49-F238E27FC236}">
                  <a16:creationId xmlns:a16="http://schemas.microsoft.com/office/drawing/2014/main" id="{C3EBBDBC-EE5F-B819-1A4B-99E010B52B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84408" y="2735010"/>
              <a:ext cx="457200" cy="4572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C26DC0-747A-5D28-2E7C-A07FD5E2DA1F}"/>
              </a:ext>
            </a:extLst>
          </p:cNvPr>
          <p:cNvGrpSpPr/>
          <p:nvPr/>
        </p:nvGrpSpPr>
        <p:grpSpPr>
          <a:xfrm>
            <a:off x="1304355" y="4291182"/>
            <a:ext cx="3218688" cy="1022913"/>
            <a:chOff x="993851" y="2430393"/>
            <a:chExt cx="3218688" cy="1022913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4209531-0061-A286-FD72-CDA769F9C765}"/>
                </a:ext>
              </a:extLst>
            </p:cNvPr>
            <p:cNvSpPr/>
            <p:nvPr/>
          </p:nvSpPr>
          <p:spPr>
            <a:xfrm>
              <a:off x="1545539" y="2430393"/>
              <a:ext cx="2667000" cy="1022913"/>
            </a:xfrm>
            <a:prstGeom prst="roundRect">
              <a:avLst/>
            </a:prstGeom>
            <a:solidFill>
              <a:srgbClr val="2751C2"/>
            </a:solidFill>
            <a:ln w="28575">
              <a:solidFill>
                <a:srgbClr val="13245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Fidelity Sans" panose="020B0503030202020204" pitchFamily="34" charset="0"/>
                </a:rPr>
                <a:t>Idempotency Engine</a:t>
              </a:r>
              <a:endParaRPr lang="en-IN" sz="1600" dirty="0">
                <a:latin typeface="Fidelity Sans" panose="020B0503030202020204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7A8FA20-A228-65E7-3036-0171F4251B8F}"/>
                </a:ext>
              </a:extLst>
            </p:cNvPr>
            <p:cNvSpPr/>
            <p:nvPr/>
          </p:nvSpPr>
          <p:spPr>
            <a:xfrm>
              <a:off x="993851" y="2618969"/>
              <a:ext cx="640080" cy="640080"/>
            </a:xfrm>
            <a:prstGeom prst="ellipse">
              <a:avLst/>
            </a:prstGeom>
            <a:solidFill>
              <a:srgbClr val="2751C2"/>
            </a:solidFill>
            <a:ln w="28575">
              <a:solidFill>
                <a:srgbClr val="13245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pic>
          <p:nvPicPr>
            <p:cNvPr id="15" name="Graphic 14" descr="Fingerprint with solid fill">
              <a:extLst>
                <a:ext uri="{FF2B5EF4-FFF2-40B4-BE49-F238E27FC236}">
                  <a16:creationId xmlns:a16="http://schemas.microsoft.com/office/drawing/2014/main" id="{2121F686-047D-32F0-CBFC-D6A17366DC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69168" y="2712915"/>
              <a:ext cx="457200" cy="45720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DE2F34B-6FE2-1251-B5EA-65AEFBB89BBE}"/>
              </a:ext>
            </a:extLst>
          </p:cNvPr>
          <p:cNvSpPr txBox="1"/>
          <p:nvPr/>
        </p:nvSpPr>
        <p:spPr>
          <a:xfrm>
            <a:off x="1303472" y="1984660"/>
            <a:ext cx="3219571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Fidelity Sans" panose="020B0503030202020204" pitchFamily="34" charset="0"/>
              </a:rPr>
              <a:t>Security and Reliability</a:t>
            </a:r>
            <a:endParaRPr lang="en-IN" sz="2800" b="1" dirty="0">
              <a:latin typeface="Fidelity Sans" panose="020B0503030202020204" pitchFamily="34" charset="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DD5A40D-0193-1F8F-6C30-6BD0DC18CB2E}"/>
              </a:ext>
            </a:extLst>
          </p:cNvPr>
          <p:cNvGrpSpPr/>
          <p:nvPr/>
        </p:nvGrpSpPr>
        <p:grpSpPr>
          <a:xfrm>
            <a:off x="4932241" y="3195484"/>
            <a:ext cx="3219571" cy="972151"/>
            <a:chOff x="987261" y="2503552"/>
            <a:chExt cx="3219571" cy="1022913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4F3D10AC-5FC0-6908-838B-338558916B06}"/>
                </a:ext>
              </a:extLst>
            </p:cNvPr>
            <p:cNvSpPr/>
            <p:nvPr/>
          </p:nvSpPr>
          <p:spPr>
            <a:xfrm>
              <a:off x="1539832" y="2503552"/>
              <a:ext cx="2667000" cy="1022913"/>
            </a:xfrm>
            <a:prstGeom prst="roundRect">
              <a:avLst/>
            </a:prstGeom>
            <a:solidFill>
              <a:srgbClr val="51F7D5"/>
            </a:solidFill>
            <a:ln w="28575">
              <a:solidFill>
                <a:srgbClr val="0580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2">
                      <a:lumMod val="95000"/>
                      <a:lumOff val="5000"/>
                    </a:schemeClr>
                  </a:solidFill>
                  <a:latin typeface="Fidelity Sans" panose="020B0503030202020204" pitchFamily="34" charset="0"/>
                </a:rPr>
                <a:t>Centralized Deposit System</a:t>
              </a:r>
              <a:endParaRPr lang="en-IN" sz="1600" dirty="0">
                <a:solidFill>
                  <a:schemeClr val="tx2">
                    <a:lumMod val="95000"/>
                    <a:lumOff val="5000"/>
                  </a:schemeClr>
                </a:solidFill>
                <a:latin typeface="Fidelity Sans" panose="020B0503030202020204" pitchFamily="34" charset="0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194302C-F811-832E-9998-8EC1996B3049}"/>
                </a:ext>
              </a:extLst>
            </p:cNvPr>
            <p:cNvSpPr/>
            <p:nvPr/>
          </p:nvSpPr>
          <p:spPr>
            <a:xfrm>
              <a:off x="987261" y="2663641"/>
              <a:ext cx="640080" cy="640080"/>
            </a:xfrm>
            <a:prstGeom prst="ellipse">
              <a:avLst/>
            </a:prstGeom>
            <a:solidFill>
              <a:srgbClr val="51F7D5"/>
            </a:solidFill>
            <a:ln w="28575">
              <a:solidFill>
                <a:srgbClr val="0580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/>
            </a:p>
          </p:txBody>
        </p:sp>
        <p:pic>
          <p:nvPicPr>
            <p:cNvPr id="59" name="Graphic 58" descr="Bank with solid fill">
              <a:extLst>
                <a:ext uri="{FF2B5EF4-FFF2-40B4-BE49-F238E27FC236}">
                  <a16:creationId xmlns:a16="http://schemas.microsoft.com/office/drawing/2014/main" id="{20893E7C-8D4F-41D6-CFCE-06FC63AD1F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090045" y="2755081"/>
              <a:ext cx="434511" cy="457199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0E7DFDB-4788-5500-D988-CA6C86D26936}"/>
              </a:ext>
            </a:extLst>
          </p:cNvPr>
          <p:cNvGrpSpPr/>
          <p:nvPr/>
        </p:nvGrpSpPr>
        <p:grpSpPr>
          <a:xfrm>
            <a:off x="4932241" y="5419731"/>
            <a:ext cx="3219571" cy="1016739"/>
            <a:chOff x="992968" y="2442793"/>
            <a:chExt cx="3219571" cy="1022913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CA07AF8F-08A8-A101-FDAC-B973916F0295}"/>
                </a:ext>
              </a:extLst>
            </p:cNvPr>
            <p:cNvSpPr/>
            <p:nvPr/>
          </p:nvSpPr>
          <p:spPr>
            <a:xfrm>
              <a:off x="1545539" y="2442793"/>
              <a:ext cx="2667000" cy="1022913"/>
            </a:xfrm>
            <a:prstGeom prst="roundRect">
              <a:avLst/>
            </a:prstGeom>
            <a:solidFill>
              <a:srgbClr val="FE98F5"/>
            </a:solidFill>
            <a:ln w="28575">
              <a:solidFill>
                <a:srgbClr val="C318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2"/>
                  </a:solidFill>
                  <a:latin typeface="Fidelity Sans" panose="020B0503030202020204" pitchFamily="34" charset="0"/>
                </a:rPr>
                <a:t>Robust Constraints and Validation</a:t>
              </a:r>
              <a:endParaRPr lang="en-IN" sz="1600" dirty="0">
                <a:solidFill>
                  <a:schemeClr val="tx2"/>
                </a:solidFill>
                <a:latin typeface="Fidelity Sans" panose="020B0503030202020204" pitchFamily="34" charset="0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45900BA-056C-47B8-C812-64D5BE541354}"/>
                </a:ext>
              </a:extLst>
            </p:cNvPr>
            <p:cNvSpPr/>
            <p:nvPr/>
          </p:nvSpPr>
          <p:spPr>
            <a:xfrm>
              <a:off x="992968" y="2643572"/>
              <a:ext cx="640080" cy="640080"/>
            </a:xfrm>
            <a:prstGeom prst="ellipse">
              <a:avLst/>
            </a:prstGeom>
            <a:solidFill>
              <a:srgbClr val="FE98F5"/>
            </a:solidFill>
            <a:ln w="28575">
              <a:solidFill>
                <a:srgbClr val="C318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/>
            </a:p>
          </p:txBody>
        </p:sp>
        <p:pic>
          <p:nvPicPr>
            <p:cNvPr id="63" name="Graphic 62" descr="Checklist with solid fill">
              <a:extLst>
                <a:ext uri="{FF2B5EF4-FFF2-40B4-BE49-F238E27FC236}">
                  <a16:creationId xmlns:a16="http://schemas.microsoft.com/office/drawing/2014/main" id="{CEA75548-6F81-E56F-D5CE-760BDA8131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085788" y="2735010"/>
              <a:ext cx="454440" cy="457200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946F0E1-A958-7DE7-8FBE-2E8408322CAB}"/>
              </a:ext>
            </a:extLst>
          </p:cNvPr>
          <p:cNvGrpSpPr/>
          <p:nvPr/>
        </p:nvGrpSpPr>
        <p:grpSpPr>
          <a:xfrm>
            <a:off x="4933124" y="4287722"/>
            <a:ext cx="3218688" cy="1022913"/>
            <a:chOff x="993851" y="2430393"/>
            <a:chExt cx="3218688" cy="1022913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31902427-071B-CD0F-01F3-7371F1039A2F}"/>
                </a:ext>
              </a:extLst>
            </p:cNvPr>
            <p:cNvSpPr/>
            <p:nvPr/>
          </p:nvSpPr>
          <p:spPr>
            <a:xfrm>
              <a:off x="1545539" y="2430393"/>
              <a:ext cx="2667000" cy="1022913"/>
            </a:xfrm>
            <a:prstGeom prst="roundRect">
              <a:avLst/>
            </a:prstGeom>
            <a:solidFill>
              <a:srgbClr val="FFC371"/>
            </a:solidFill>
            <a:ln w="28575">
              <a:solidFill>
                <a:srgbClr val="C74B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2">
                      <a:lumMod val="95000"/>
                      <a:lumOff val="5000"/>
                    </a:schemeClr>
                  </a:solidFill>
                  <a:latin typeface="Fidelity Sans" panose="020B0503030202020204" pitchFamily="34" charset="0"/>
                </a:rPr>
                <a:t>Rollback Protocol</a:t>
              </a:r>
              <a:endParaRPr lang="en-IN" sz="1600" dirty="0">
                <a:solidFill>
                  <a:schemeClr val="tx2">
                    <a:lumMod val="95000"/>
                    <a:lumOff val="5000"/>
                  </a:schemeClr>
                </a:solidFill>
                <a:latin typeface="Fidelity Sans" panose="020B0503030202020204" pitchFamily="34" charset="0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C345246-8CE6-892C-AE14-F9C9810296C9}"/>
                </a:ext>
              </a:extLst>
            </p:cNvPr>
            <p:cNvSpPr/>
            <p:nvPr/>
          </p:nvSpPr>
          <p:spPr>
            <a:xfrm>
              <a:off x="993851" y="2618969"/>
              <a:ext cx="640080" cy="640080"/>
            </a:xfrm>
            <a:prstGeom prst="ellipse">
              <a:avLst/>
            </a:prstGeom>
            <a:solidFill>
              <a:srgbClr val="FFC371"/>
            </a:solidFill>
            <a:ln w="28575">
              <a:solidFill>
                <a:srgbClr val="C74B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pic>
          <p:nvPicPr>
            <p:cNvPr id="67" name="Graphic 66" descr="Line arrow: Rotate left with solid fill">
              <a:extLst>
                <a:ext uri="{FF2B5EF4-FFF2-40B4-BE49-F238E27FC236}">
                  <a16:creationId xmlns:a16="http://schemas.microsoft.com/office/drawing/2014/main" id="{802DEAE0-D05E-F089-9EC5-9FFFE25F6B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069168" y="2712915"/>
              <a:ext cx="457200" cy="4572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A2E1E990-C3CC-C5AF-BD80-E190022BAA02}"/>
              </a:ext>
            </a:extLst>
          </p:cNvPr>
          <p:cNvSpPr txBox="1"/>
          <p:nvPr/>
        </p:nvSpPr>
        <p:spPr>
          <a:xfrm>
            <a:off x="4932241" y="1981200"/>
            <a:ext cx="3219571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Fidelity Sans" panose="020B0503030202020204" pitchFamily="34" charset="0"/>
              </a:rPr>
              <a:t>Backend and Business Logic</a:t>
            </a:r>
            <a:endParaRPr lang="en-IN" sz="2800" b="1" dirty="0">
              <a:latin typeface="Fidelity Sans" panose="020B0503030202020204" pitchFamily="34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F457CC1-F7C5-C585-20E9-2E9A75510102}"/>
              </a:ext>
            </a:extLst>
          </p:cNvPr>
          <p:cNvGrpSpPr/>
          <p:nvPr/>
        </p:nvGrpSpPr>
        <p:grpSpPr>
          <a:xfrm>
            <a:off x="8561010" y="3192024"/>
            <a:ext cx="3219571" cy="972151"/>
            <a:chOff x="987261" y="2503552"/>
            <a:chExt cx="3219571" cy="1022913"/>
          </a:xfrm>
        </p:grpSpPr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AE657CB8-8E62-C3F2-3061-385F33F82A74}"/>
                </a:ext>
              </a:extLst>
            </p:cNvPr>
            <p:cNvSpPr/>
            <p:nvPr/>
          </p:nvSpPr>
          <p:spPr>
            <a:xfrm>
              <a:off x="1539832" y="2503552"/>
              <a:ext cx="2667000" cy="1022913"/>
            </a:xfrm>
            <a:prstGeom prst="roundRect">
              <a:avLst/>
            </a:prstGeom>
            <a:solidFill>
              <a:srgbClr val="E2D698"/>
            </a:solidFill>
            <a:ln w="28575">
              <a:solidFill>
                <a:srgbClr val="997E0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2">
                      <a:lumMod val="95000"/>
                      <a:lumOff val="5000"/>
                    </a:schemeClr>
                  </a:solidFill>
                  <a:latin typeface="Fidelity Sans" panose="020B0503030202020204" pitchFamily="34" charset="0"/>
                </a:rPr>
                <a:t>Component-Driven UI Architecture</a:t>
              </a:r>
              <a:endParaRPr lang="en-IN" sz="1600" dirty="0">
                <a:solidFill>
                  <a:schemeClr val="tx2">
                    <a:lumMod val="95000"/>
                    <a:lumOff val="5000"/>
                  </a:schemeClr>
                </a:solidFill>
                <a:latin typeface="Fidelity Sans" panose="020B0503030202020204" pitchFamily="34" charset="0"/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3957A9DC-08CD-22A6-7875-EFFFCD4EB563}"/>
                </a:ext>
              </a:extLst>
            </p:cNvPr>
            <p:cNvSpPr/>
            <p:nvPr/>
          </p:nvSpPr>
          <p:spPr>
            <a:xfrm>
              <a:off x="987261" y="2663641"/>
              <a:ext cx="640080" cy="640080"/>
            </a:xfrm>
            <a:prstGeom prst="ellipse">
              <a:avLst/>
            </a:prstGeom>
            <a:solidFill>
              <a:srgbClr val="E2D698"/>
            </a:solidFill>
            <a:ln w="28575">
              <a:solidFill>
                <a:srgbClr val="997E0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/>
            </a:p>
          </p:txBody>
        </p:sp>
        <p:pic>
          <p:nvPicPr>
            <p:cNvPr id="72" name="Graphic 71" descr="Puzzle pieces with solid fill">
              <a:extLst>
                <a:ext uri="{FF2B5EF4-FFF2-40B4-BE49-F238E27FC236}">
                  <a16:creationId xmlns:a16="http://schemas.microsoft.com/office/drawing/2014/main" id="{2E426960-3B29-4EDA-23F4-E7ECEACDE8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1090045" y="2755081"/>
              <a:ext cx="434511" cy="457199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EA98629-EC12-8D49-9E75-550EDAB76B4A}"/>
              </a:ext>
            </a:extLst>
          </p:cNvPr>
          <p:cNvGrpSpPr/>
          <p:nvPr/>
        </p:nvGrpSpPr>
        <p:grpSpPr>
          <a:xfrm>
            <a:off x="8561010" y="5416271"/>
            <a:ext cx="3219571" cy="1016739"/>
            <a:chOff x="992968" y="2442793"/>
            <a:chExt cx="3219571" cy="1022913"/>
          </a:xfrm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E931CB38-B0D0-694C-72FF-833A56048E5C}"/>
                </a:ext>
              </a:extLst>
            </p:cNvPr>
            <p:cNvSpPr/>
            <p:nvPr/>
          </p:nvSpPr>
          <p:spPr>
            <a:xfrm>
              <a:off x="1545539" y="2442793"/>
              <a:ext cx="2667000" cy="1022913"/>
            </a:xfrm>
            <a:prstGeom prst="roundRect">
              <a:avLst/>
            </a:prstGeom>
            <a:solidFill>
              <a:srgbClr val="FF9F9F"/>
            </a:solidFill>
            <a:ln w="28575">
              <a:solidFill>
                <a:srgbClr val="C3121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2"/>
                  </a:solidFill>
                  <a:latin typeface="Fidelity Sans" panose="020B0503030202020204" pitchFamily="34" charset="0"/>
                </a:rPr>
                <a:t>Reactive State &amp; Event Handling</a:t>
              </a:r>
              <a:endParaRPr lang="en-IN" sz="1600" dirty="0">
                <a:solidFill>
                  <a:schemeClr val="tx2"/>
                </a:solidFill>
                <a:latin typeface="Fidelity Sans" panose="020B0503030202020204" pitchFamily="34" charset="0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263DEA0-F0BB-D0D5-405E-C8D897699F00}"/>
                </a:ext>
              </a:extLst>
            </p:cNvPr>
            <p:cNvSpPr/>
            <p:nvPr/>
          </p:nvSpPr>
          <p:spPr>
            <a:xfrm>
              <a:off x="992968" y="2643572"/>
              <a:ext cx="640080" cy="640080"/>
            </a:xfrm>
            <a:prstGeom prst="ellipse">
              <a:avLst/>
            </a:prstGeom>
            <a:solidFill>
              <a:srgbClr val="FF9F9F"/>
            </a:solidFill>
            <a:ln w="28575">
              <a:solidFill>
                <a:srgbClr val="C3121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/>
            </a:p>
          </p:txBody>
        </p:sp>
        <p:pic>
          <p:nvPicPr>
            <p:cNvPr id="76" name="Graphic 75" descr="Send with solid fill">
              <a:extLst>
                <a:ext uri="{FF2B5EF4-FFF2-40B4-BE49-F238E27FC236}">
                  <a16:creationId xmlns:a16="http://schemas.microsoft.com/office/drawing/2014/main" id="{E7361B89-E9FE-71B6-4EEB-6A25DB5645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1085788" y="2735010"/>
              <a:ext cx="454440" cy="457200"/>
            </a:xfrm>
            <a:prstGeom prst="rect">
              <a:avLst/>
            </a:prstGeom>
          </p:spPr>
        </p:pic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3079C15-D881-5B5E-F5FB-C601B9804286}"/>
              </a:ext>
            </a:extLst>
          </p:cNvPr>
          <p:cNvGrpSpPr/>
          <p:nvPr/>
        </p:nvGrpSpPr>
        <p:grpSpPr>
          <a:xfrm>
            <a:off x="8561893" y="4284262"/>
            <a:ext cx="3218688" cy="1022913"/>
            <a:chOff x="993851" y="2430393"/>
            <a:chExt cx="3218688" cy="1022913"/>
          </a:xfrm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4B0435C0-665E-11BB-B950-FFE2C2629A71}"/>
                </a:ext>
              </a:extLst>
            </p:cNvPr>
            <p:cNvSpPr/>
            <p:nvPr/>
          </p:nvSpPr>
          <p:spPr>
            <a:xfrm>
              <a:off x="1545539" y="2430393"/>
              <a:ext cx="2667000" cy="1022913"/>
            </a:xfrm>
            <a:prstGeom prst="roundRect">
              <a:avLst/>
            </a:prstGeom>
            <a:solidFill>
              <a:srgbClr val="A3E2FF"/>
            </a:solidFill>
            <a:ln w="28575">
              <a:solidFill>
                <a:srgbClr val="047CB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chemeClr val="tx2">
                      <a:lumMod val="95000"/>
                      <a:lumOff val="5000"/>
                    </a:schemeClr>
                  </a:solidFill>
                  <a:latin typeface="Fidelity Sans" panose="020B0503030202020204" pitchFamily="34" charset="0"/>
                </a:rPr>
                <a:t>Responsive &amp; Dynamic Design System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782DA697-13D0-BF58-C3A8-7C5FCF75645C}"/>
                </a:ext>
              </a:extLst>
            </p:cNvPr>
            <p:cNvSpPr/>
            <p:nvPr/>
          </p:nvSpPr>
          <p:spPr>
            <a:xfrm>
              <a:off x="993851" y="2618969"/>
              <a:ext cx="640080" cy="640080"/>
            </a:xfrm>
            <a:prstGeom prst="ellipse">
              <a:avLst/>
            </a:prstGeom>
            <a:solidFill>
              <a:srgbClr val="A3E2FF"/>
            </a:solidFill>
            <a:ln w="28575">
              <a:solidFill>
                <a:srgbClr val="047CB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pic>
          <p:nvPicPr>
            <p:cNvPr id="80" name="Graphic 79" descr="Splash with solid fill">
              <a:extLst>
                <a:ext uri="{FF2B5EF4-FFF2-40B4-BE49-F238E27FC236}">
                  <a16:creationId xmlns:a16="http://schemas.microsoft.com/office/drawing/2014/main" id="{BF463ECD-3598-C7CE-78F1-661F08F22B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1069168" y="2712915"/>
              <a:ext cx="457200" cy="457200"/>
            </a:xfrm>
            <a:prstGeom prst="rect">
              <a:avLst/>
            </a:prstGeom>
          </p:spPr>
        </p:pic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BF26C467-08E8-FF09-B95E-FFAA27684277}"/>
              </a:ext>
            </a:extLst>
          </p:cNvPr>
          <p:cNvSpPr txBox="1"/>
          <p:nvPr/>
        </p:nvSpPr>
        <p:spPr>
          <a:xfrm>
            <a:off x="8561010" y="1977740"/>
            <a:ext cx="3219571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Fidelity Sans" panose="020B0503030202020204" pitchFamily="34" charset="0"/>
              </a:rPr>
              <a:t>Frontend and Design</a:t>
            </a:r>
            <a:endParaRPr lang="en-IN" sz="2800" b="1" dirty="0">
              <a:latin typeface="Fidelity Sans" panose="020B050303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6047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81389-CF95-24B5-A4DD-5D68422A5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tx2"/>
                </a:solidFill>
                <a:latin typeface="Fidelity Sans" panose="020B0503030202020204" pitchFamily="34" charset="0"/>
              </a:rPr>
              <a:t>High-Level Workflow</a:t>
            </a:r>
            <a:endParaRPr lang="en-IN" sz="4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592A29-ED9C-F0D2-CBE4-4E390BB14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012" y="1905000"/>
            <a:ext cx="10310754" cy="17908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B6CAE0-5633-9093-5A50-2E657BD5D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943" y="4000655"/>
            <a:ext cx="7132938" cy="256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465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9F42E-6075-53B8-4C63-5A5193D45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4D22657-1F2E-B721-1DDE-E1FC0FD5D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tx2">
                    <a:lumMod val="95000"/>
                    <a:lumOff val="5000"/>
                  </a:schemeClr>
                </a:solidFill>
                <a:latin typeface="Fidelity Sans" panose="020B0503030202020204" pitchFamily="34" charset="0"/>
              </a:rPr>
              <a:t>Design Patterns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B6EE6FA-5981-2FA1-CCCC-EBE948A23D7C}"/>
              </a:ext>
            </a:extLst>
          </p:cNvPr>
          <p:cNvGrpSpPr/>
          <p:nvPr/>
        </p:nvGrpSpPr>
        <p:grpSpPr>
          <a:xfrm>
            <a:off x="1202373" y="1905000"/>
            <a:ext cx="10264138" cy="4232628"/>
            <a:chOff x="1202373" y="1905000"/>
            <a:chExt cx="10264138" cy="4232628"/>
          </a:xfrm>
        </p:grpSpPr>
        <p:graphicFrame>
          <p:nvGraphicFramePr>
            <p:cNvPr id="2" name="Diagram 1">
              <a:extLst>
                <a:ext uri="{FF2B5EF4-FFF2-40B4-BE49-F238E27FC236}">
                  <a16:creationId xmlns:a16="http://schemas.microsoft.com/office/drawing/2014/main" id="{A5003C3A-1949-BE84-758C-9E229DA1996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649465091"/>
                </p:ext>
              </p:extLst>
            </p:nvPr>
          </p:nvGraphicFramePr>
          <p:xfrm>
            <a:off x="1408112" y="1981200"/>
            <a:ext cx="10058399" cy="415642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DB98977-5026-E180-C3F9-4045F4FA7AFB}"/>
                </a:ext>
              </a:extLst>
            </p:cNvPr>
            <p:cNvSpPr/>
            <p:nvPr/>
          </p:nvSpPr>
          <p:spPr>
            <a:xfrm>
              <a:off x="1202373" y="1905000"/>
              <a:ext cx="640080" cy="608316"/>
            </a:xfrm>
            <a:prstGeom prst="ellipse">
              <a:avLst/>
            </a:prstGeom>
            <a:solidFill>
              <a:srgbClr val="044014"/>
            </a:solidFill>
            <a:ln w="28575">
              <a:solidFill>
                <a:srgbClr val="8AD9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d</a:t>
              </a:r>
              <a:endParaRPr lang="en-IN" sz="1600" dirty="0"/>
            </a:p>
          </p:txBody>
        </p:sp>
        <p:pic>
          <p:nvPicPr>
            <p:cNvPr id="4" name="Graphic 3" descr="Tools with solid fill">
              <a:extLst>
                <a:ext uri="{FF2B5EF4-FFF2-40B4-BE49-F238E27FC236}">
                  <a16:creationId xmlns:a16="http://schemas.microsoft.com/office/drawing/2014/main" id="{19B22F57-85E3-98C6-6775-EE00A8D47B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98729" y="1985474"/>
              <a:ext cx="447368" cy="447368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1846B2D-2DC0-9E29-1985-E0D3B0BCD016}"/>
                </a:ext>
              </a:extLst>
            </p:cNvPr>
            <p:cNvSpPr/>
            <p:nvPr/>
          </p:nvSpPr>
          <p:spPr>
            <a:xfrm>
              <a:off x="1202373" y="3348526"/>
              <a:ext cx="640080" cy="608316"/>
            </a:xfrm>
            <a:prstGeom prst="ellipse">
              <a:avLst/>
            </a:prstGeom>
            <a:solidFill>
              <a:srgbClr val="132454"/>
            </a:solidFill>
            <a:ln w="28575">
              <a:solidFill>
                <a:srgbClr val="8CC1F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d</a:t>
              </a:r>
              <a:endParaRPr lang="en-IN" sz="1600" dirty="0"/>
            </a:p>
          </p:txBody>
        </p:sp>
        <p:pic>
          <p:nvPicPr>
            <p:cNvPr id="8" name="Graphic 7" descr="Building with solid fill">
              <a:extLst>
                <a:ext uri="{FF2B5EF4-FFF2-40B4-BE49-F238E27FC236}">
                  <a16:creationId xmlns:a16="http://schemas.microsoft.com/office/drawing/2014/main" id="{8D2D4A89-F75E-FC14-D095-BDA55FC2F8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1298729" y="3429000"/>
              <a:ext cx="447368" cy="447368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FB871A8-83CF-1A60-5B83-A3C02CED6497}"/>
                </a:ext>
              </a:extLst>
            </p:cNvPr>
            <p:cNvSpPr/>
            <p:nvPr/>
          </p:nvSpPr>
          <p:spPr>
            <a:xfrm>
              <a:off x="1202373" y="4792052"/>
              <a:ext cx="640080" cy="608316"/>
            </a:xfrm>
            <a:prstGeom prst="ellipse">
              <a:avLst/>
            </a:prstGeom>
            <a:solidFill>
              <a:srgbClr val="058070"/>
            </a:solidFill>
            <a:ln w="28575">
              <a:solidFill>
                <a:srgbClr val="51F7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d</a:t>
              </a:r>
              <a:endParaRPr lang="en-IN" sz="1600" dirty="0"/>
            </a:p>
          </p:txBody>
        </p:sp>
        <p:pic>
          <p:nvPicPr>
            <p:cNvPr id="10" name="Graphic 9" descr="Children with solid fill">
              <a:extLst>
                <a:ext uri="{FF2B5EF4-FFF2-40B4-BE49-F238E27FC236}">
                  <a16:creationId xmlns:a16="http://schemas.microsoft.com/office/drawing/2014/main" id="{80FEBAD9-4201-5018-9C24-6464FB6ED1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1298729" y="4872526"/>
              <a:ext cx="447368" cy="4473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95635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647D1-21DF-AEFD-C586-F9FAF5DB4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E5E2523-95F8-22C7-805D-21206BC28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tx2"/>
                </a:solidFill>
                <a:latin typeface="Fidelity Sans" panose="020B0503030202020204" pitchFamily="34" charset="0"/>
              </a:rPr>
              <a:t>Linked Accounts and Self-Transfer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2965F6A-AE06-C72F-09C5-AFBED97F1D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9168558"/>
              </p:ext>
            </p:extLst>
          </p:nvPr>
        </p:nvGraphicFramePr>
        <p:xfrm>
          <a:off x="1674812" y="2133600"/>
          <a:ext cx="4419600" cy="41860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2ACB52B-FCBC-F719-C75B-4E5563481F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5421014"/>
              </p:ext>
            </p:extLst>
          </p:nvPr>
        </p:nvGraphicFramePr>
        <p:xfrm>
          <a:off x="6604580" y="2133600"/>
          <a:ext cx="4419600" cy="41860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152559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35B8E-F1F7-1321-E164-29F0789BC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D31E09E-00AE-DD36-611E-4EACD765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tx2"/>
                </a:solidFill>
                <a:latin typeface="Fidelity Sans" panose="020B0503030202020204" pitchFamily="34" charset="0"/>
              </a:rPr>
              <a:t>Reward System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B8E4A0E-3859-0C56-7F77-46A5233805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1215052"/>
              </p:ext>
            </p:extLst>
          </p:nvPr>
        </p:nvGraphicFramePr>
        <p:xfrm>
          <a:off x="1293813" y="2036505"/>
          <a:ext cx="4572000" cy="46161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1FD918B-A41D-7B09-DD1C-C67B535E5D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4412" y="2068547"/>
            <a:ext cx="5738774" cy="440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141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2A149-84B6-0C48-45B9-135DB4A4B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idelity Sans" panose="020B0503030202020204" pitchFamily="34" charset="0"/>
              </a:rPr>
              <a:t>Demo</a:t>
            </a:r>
            <a:endParaRPr lang="en-IN" dirty="0">
              <a:latin typeface="Fidelity Sans" panose="020B0503030202020204" pitchFamily="34" charset="0"/>
            </a:endParaRPr>
          </a:p>
        </p:txBody>
      </p:sp>
      <p:pic>
        <p:nvPicPr>
          <p:cNvPr id="6" name="Picture Placeholder 5" descr="A robot with a raised arm">
            <a:extLst>
              <a:ext uri="{FF2B5EF4-FFF2-40B4-BE49-F238E27FC236}">
                <a16:creationId xmlns:a16="http://schemas.microsoft.com/office/drawing/2014/main" id="{C0973765-AF7D-E0F4-9626-CFCC6281368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" r="5000"/>
          <a:stretch>
            <a:fillRect/>
          </a:stretch>
        </p:blipFill>
        <p:spPr>
          <a:xfrm>
            <a:off x="6016627" y="0"/>
            <a:ext cx="6172198" cy="685799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B787A1-F1DE-9F2F-CFEA-FD328DEF7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dirty="0">
                <a:latin typeface="Fidelity Sans" panose="020B0503030202020204" pitchFamily="34" charset="0"/>
                <a:hlinkClick r:id="rId3"/>
              </a:rPr>
              <a:t>Money Transfer System</a:t>
            </a:r>
            <a:endParaRPr lang="en-IN" dirty="0">
              <a:latin typeface="Fidelity Sans" panose="020B050303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352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ESENTER_VERSION" val="6"/>
  <p:tag name="ARTICULATE_PROJECT_OPEN" val="0"/>
</p:tagLst>
</file>

<file path=ppt/theme/theme1.xml><?xml version="1.0" encoding="utf-8"?>
<a:theme xmlns:a="http://schemas.openxmlformats.org/drawingml/2006/main" name="Currency Symbols 16x9">
  <a:themeElements>
    <a:clrScheme name="Currency Symbols">
      <a:dk1>
        <a:srgbClr val="303030"/>
      </a:dk1>
      <a:lt1>
        <a:sysClr val="window" lastClr="FFFFFF"/>
      </a:lt1>
      <a:dk2>
        <a:srgbClr val="000000"/>
      </a:dk2>
      <a:lt2>
        <a:srgbClr val="E8DEC9"/>
      </a:lt2>
      <a:accent1>
        <a:srgbClr val="F7C547"/>
      </a:accent1>
      <a:accent2>
        <a:srgbClr val="AB3C33"/>
      </a:accent2>
      <a:accent3>
        <a:srgbClr val="506084"/>
      </a:accent3>
      <a:accent4>
        <a:srgbClr val="599EA5"/>
      </a:accent4>
      <a:accent5>
        <a:srgbClr val="758F21"/>
      </a:accent5>
      <a:accent6>
        <a:srgbClr val="894A27"/>
      </a:accent6>
      <a:hlink>
        <a:srgbClr val="506084"/>
      </a:hlink>
      <a:folHlink>
        <a:srgbClr val="828282"/>
      </a:folHlink>
    </a:clrScheme>
    <a:fontScheme name="Currency Symbol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rrency symbols presentation (widescreen).potx" id="{0BEEB329-2C4D-4D02-9858-CA91ACE92AB1}" vid="{944DA297-E844-470D-A85C-00068074ACC2}"/>
    </a:ext>
  </a:extLst>
</a:theme>
</file>

<file path=ppt/theme/theme2.xml><?xml version="1.0" encoding="utf-8"?>
<a:theme xmlns:a="http://schemas.openxmlformats.org/drawingml/2006/main" name="Office Theme">
  <a:themeElements>
    <a:clrScheme name="Currency Symbols">
      <a:dk1>
        <a:srgbClr val="303030"/>
      </a:dk1>
      <a:lt1>
        <a:sysClr val="window" lastClr="FFFFFF"/>
      </a:lt1>
      <a:dk2>
        <a:srgbClr val="000000"/>
      </a:dk2>
      <a:lt2>
        <a:srgbClr val="E8DEC9"/>
      </a:lt2>
      <a:accent1>
        <a:srgbClr val="F7C547"/>
      </a:accent1>
      <a:accent2>
        <a:srgbClr val="AB3C33"/>
      </a:accent2>
      <a:accent3>
        <a:srgbClr val="506084"/>
      </a:accent3>
      <a:accent4>
        <a:srgbClr val="599EA5"/>
      </a:accent4>
      <a:accent5>
        <a:srgbClr val="758F21"/>
      </a:accent5>
      <a:accent6>
        <a:srgbClr val="894A27"/>
      </a:accent6>
      <a:hlink>
        <a:srgbClr val="506084"/>
      </a:hlink>
      <a:folHlink>
        <a:srgbClr val="828282"/>
      </a:folHlink>
    </a:clrScheme>
    <a:fontScheme name="Currency Symbol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urrency Symbols">
      <a:dk1>
        <a:srgbClr val="303030"/>
      </a:dk1>
      <a:lt1>
        <a:sysClr val="window" lastClr="FFFFFF"/>
      </a:lt1>
      <a:dk2>
        <a:srgbClr val="000000"/>
      </a:dk2>
      <a:lt2>
        <a:srgbClr val="E8DEC9"/>
      </a:lt2>
      <a:accent1>
        <a:srgbClr val="F7C547"/>
      </a:accent1>
      <a:accent2>
        <a:srgbClr val="AB3C33"/>
      </a:accent2>
      <a:accent3>
        <a:srgbClr val="506084"/>
      </a:accent3>
      <a:accent4>
        <a:srgbClr val="599EA5"/>
      </a:accent4>
      <a:accent5>
        <a:srgbClr val="758F21"/>
      </a:accent5>
      <a:accent6>
        <a:srgbClr val="894A27"/>
      </a:accent6>
      <a:hlink>
        <a:srgbClr val="506084"/>
      </a:hlink>
      <a:folHlink>
        <a:srgbClr val="828282"/>
      </a:folHlink>
    </a:clrScheme>
    <a:fontScheme name="Currency Symbol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Currency symbols presentation (widescreen)</Template>
  <TotalTime>846</TotalTime>
  <Words>380</Words>
  <Application>Microsoft Office PowerPoint</Application>
  <PresentationFormat>Custom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Cambria</vt:lpstr>
      <vt:lpstr>Fidelity Sans</vt:lpstr>
      <vt:lpstr>Currency Symbols 16x9</vt:lpstr>
      <vt:lpstr>Money Transfer System</vt:lpstr>
      <vt:lpstr>Current Features</vt:lpstr>
      <vt:lpstr>High-Level Workflow</vt:lpstr>
      <vt:lpstr>Design Patterns</vt:lpstr>
      <vt:lpstr>Linked Accounts and Self-Transfer</vt:lpstr>
      <vt:lpstr>Reward System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Yuvaraj K</dc:creator>
  <cp:lastModifiedBy>Yuvaraj K</cp:lastModifiedBy>
  <cp:revision>20</cp:revision>
  <dcterms:created xsi:type="dcterms:W3CDTF">2026-06-20T12:36:05Z</dcterms:created>
  <dcterms:modified xsi:type="dcterms:W3CDTF">2026-06-21T12:13:12Z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